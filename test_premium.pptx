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84" y="22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B6D4-8099-4756-8908-56250037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0E2CC7-777D-448D-B56E-B8CD1C186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F387E-AB7B-4B4B-897D-81514C7B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0FBE17-044B-4AF6-A289-0A782F3B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144957-439D-47CC-A8ED-6A2C122E5876}"/>
              </a:ext>
            </a:extLst>
          </p:cNvPr>
          <p:cNvSpPr/>
          <p:nvPr userDrawn="1"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presentation-creation.ru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59A56F-C8EE-4028-B120-76C4E70D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presentation-creation.ru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915E017-FBEA-43E5-BEF2-B852B6A94906}"/>
              </a:ext>
            </a:extLst>
          </p:cNvPr>
          <p:cNvSpPr/>
          <p:nvPr userDrawn="1"/>
        </p:nvSpPr>
        <p:spPr>
          <a:xfrm rot="5400000">
            <a:off x="11135364" y="89019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0DB0974-8DAE-4930-B0E4-D6947F1CF9DB}"/>
              </a:ext>
            </a:extLst>
          </p:cNvPr>
          <p:cNvSpPr/>
          <p:nvPr userDrawn="1"/>
        </p:nvSpPr>
        <p:spPr>
          <a:xfrm>
            <a:off x="10706858" y="558324"/>
            <a:ext cx="5903277" cy="590327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44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0CF4848C-182A-48DE-86CF-3C8368C3121A}"/>
              </a:ext>
            </a:extLst>
          </p:cNvPr>
          <p:cNvSpPr/>
          <p:nvPr userDrawn="1"/>
        </p:nvSpPr>
        <p:spPr>
          <a:xfrm>
            <a:off x="10675699" y="5341699"/>
            <a:ext cx="3032601" cy="30326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59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5750560" cy="137477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9"/>
            <a:ext cx="5750560" cy="4486274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B4ED40E4-D66C-4EAD-BA0C-819E90B5C1FE}"/>
              </a:ext>
            </a:extLst>
          </p:cNvPr>
          <p:cNvSpPr/>
          <p:nvPr userDrawn="1"/>
        </p:nvSpPr>
        <p:spPr>
          <a:xfrm>
            <a:off x="-1516301" y="5341699"/>
            <a:ext cx="3032601" cy="30326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6DC0C5DA-EB69-AD6D-D0C5-8E6F3837DD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36525"/>
            <a:ext cx="6096000" cy="6070600"/>
          </a:xfrm>
        </p:spPr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411192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424E2A21-3CF0-C431-A545-F3E60DCAB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9042B475-06B1-DAF9-7293-BB9E18C685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868805"/>
            <a:ext cx="3240000" cy="42481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10" name="Объект 8">
            <a:extLst>
              <a:ext uri="{FF2B5EF4-FFF2-40B4-BE49-F238E27FC236}">
                <a16:creationId xmlns:a16="http://schemas.microsoft.com/office/drawing/2014/main" id="{10A72EF3-5058-5FE4-F275-E6F6FD68289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76000" y="1888490"/>
            <a:ext cx="3240000" cy="42481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11" name="Объект 8">
            <a:extLst>
              <a:ext uri="{FF2B5EF4-FFF2-40B4-BE49-F238E27FC236}">
                <a16:creationId xmlns:a16="http://schemas.microsoft.com/office/drawing/2014/main" id="{CA214F84-E386-1E94-8896-71CF92C3058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800" y="1868805"/>
            <a:ext cx="3240000" cy="42481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55650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542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1B639A41-DCFC-4CBD-95A9-00918D1E0C5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542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E6A01D8-B25F-4969-9EEE-02D40393738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3394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B1E053F-9E78-4E0C-A2B0-31B557FA902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394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B877FE1-D2EF-4E9F-AC08-DACA8D5147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3310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78790F4C-C0C7-494A-ACE0-B312EAD20E8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3310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FE8DB97C-8AB8-4590-BE44-515D12A9C284}"/>
              </a:ext>
            </a:extLst>
          </p:cNvPr>
          <p:cNvSpPr/>
          <p:nvPr userDrawn="1"/>
        </p:nvSpPr>
        <p:spPr>
          <a:xfrm>
            <a:off x="9982200" y="692767"/>
            <a:ext cx="5472466" cy="54724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CEAAC75B-6063-4FE0-9C28-0FF49AF84253}"/>
              </a:ext>
            </a:extLst>
          </p:cNvPr>
          <p:cNvSpPr/>
          <p:nvPr userDrawn="1"/>
        </p:nvSpPr>
        <p:spPr>
          <a:xfrm>
            <a:off x="838200" y="1967316"/>
            <a:ext cx="385652" cy="38565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AA56E5AB-08C2-4F64-BE29-48394A6AF994}"/>
              </a:ext>
            </a:extLst>
          </p:cNvPr>
          <p:cNvSpPr/>
          <p:nvPr userDrawn="1"/>
        </p:nvSpPr>
        <p:spPr>
          <a:xfrm>
            <a:off x="838200" y="3485649"/>
            <a:ext cx="385652" cy="38565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929F01BF-6851-447C-BD5D-558D26D156EA}"/>
              </a:ext>
            </a:extLst>
          </p:cNvPr>
          <p:cNvSpPr/>
          <p:nvPr userDrawn="1"/>
        </p:nvSpPr>
        <p:spPr>
          <a:xfrm>
            <a:off x="838200" y="5000760"/>
            <a:ext cx="385652" cy="38565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49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FC2F1-B382-4B54-9A9F-91023520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8882E1-F531-4863-8725-4DFFB1D93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542041-3F17-4A54-9CFD-5CC89C88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3D8362-ABA0-448B-9472-8CE30412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2121C-8D9C-473B-9CAA-041E14CE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5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D5AC9-D947-4E91-8E54-564E619C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BC3E08-A33C-41B0-9FF8-A48D661D3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563770-7BF6-4230-8BC5-AB14818DC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4B284D-4A4E-43FE-BC90-E29166BB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D419C2-0DDE-45ED-A6BB-A7CF0C6F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8D6DE2-C0F1-4631-8D1B-61DD10E7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0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F1CD0-71F9-4ED3-890F-20F3C621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FEAC71-3741-4F27-877E-AC8E2B1CC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0C1B9D-7DA5-4D32-81AA-D58CAF37C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45751E-43C2-4B2E-91C9-868F84D3E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6CFF53-F322-41AA-9E85-224959B71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24C7FE-288B-4A4F-A747-871045CD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3F8A51-9E24-4CD8-9A95-89D90C66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29EE09-F27C-4D57-8664-E5E7CB80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29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F0AC8-9D6A-48CD-9E4D-7A12D1C8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73AF8AA-A3DF-45CE-90B8-A257BB2E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F56705-7C94-4DCD-BF06-8BF6906E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F7DF18-617E-48F0-9074-B7506BDF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6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99FCD3-56A4-4284-81DF-E3E50BDC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047691-5406-41FC-B8DB-B022027B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7AEBC5-6561-4B36-B570-3860569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35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F69B2-4FAE-42A4-BBC5-8BF096DE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CD1947-0CD2-42BD-BFD1-5C441661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CDABD2-BF7A-4C8F-8B16-EA52A5F1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72B473-E977-441B-A8EB-3301D765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7E1CEE-3915-4259-A6A7-D1B01B39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B3D31-7ACD-4C98-9D8E-2BDDE7B0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23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05F6B-C902-4B3E-9912-C6E442B6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BC53AF-8425-4939-91AE-F683272D0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02FBB3-E12C-46E0-9C0A-AECE9178D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FC505-F1A6-46C8-AAC8-934BC95D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0E9474-4172-432C-832B-FEC719D7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F9343C-F37B-47D0-875B-2AF37732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47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3A611-4217-496F-A970-40D336B5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99D7E-740A-449C-B04F-6390E5DB2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607AD3-B579-44BB-B354-6F0449D5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BF37B6-1BF7-43A4-81B9-1EFFAFF2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6BAB7-98C3-43DF-A563-53F5C2CD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77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C772B-141C-4727-B105-B525D7504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AF9FFA-49AD-4472-B85D-6ACC9C4B2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AE0885-5569-4FF3-8865-96B5AEB0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21D7BD-2437-400A-B0D7-8AFEDE15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05A581-BC3B-448C-8E3E-BD317415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40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presentation-creation.ru/" TargetMode="External"/><Relationship Id="rId1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E9284-BDA4-45F8-A54F-94F6151AA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2D6D37-E80C-4087-8866-D624C739E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1800B-2E1A-4303-9892-AB08F80EA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BC04A6-2998-40EB-BF13-94B54C7AD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E2691-9DFE-40D1-8BB1-8DFF491DA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  <a:extLst>
              <a:ext uri="{FF2B5EF4-FFF2-40B4-BE49-F238E27FC236}">
                <a16:creationId xmlns:a16="http://schemas.microsoft.com/office/drawing/2014/main" id="{1847D26E-390E-4229-B0D7-62066CD41BE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6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1" r:id="rId4"/>
    <p:sldLayoutId id="214748366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C63FF"/>
                </a:solidFill>
                <a:latin typeface="Arial"/>
              </a:rPr>
              <a:t>O'ZBEKISTON RESPUBLIKASI OLIY TA'LIM, FAN VA</a:t>
            </a:r>
            <a:br/>
            <a:r>
              <a:rPr sz="1400" b="1">
                <a:solidFill>
                  <a:srgbClr val="6C63FF"/>
                </a:solidFill>
                <a:latin typeface="Arial"/>
              </a:rPr>
              <a:t>INNOVATSIYALAR VAZIRLIGI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C63FF"/>
                </a:solidFill>
                <a:latin typeface="Arial"/>
              </a:rPr>
              <a:t>TDIU</a:t>
            </a:r>
          </a:p>
        </p:txBody>
      </p:sp>
      <p:pic>
        <p:nvPicPr>
          <p:cNvPr id="4" name="Picture 3" descr="td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0" y="1463040"/>
            <a:ext cx="164592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291840"/>
            <a:ext cx="1127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6C63FF"/>
                </a:solidFill>
                <a:latin typeface="Arial"/>
              </a:rPr>
              <a:t>MAVZU:</a:t>
            </a:r>
            <a:br/>
            <a:r>
              <a:rPr sz="3200" b="1">
                <a:solidFill>
                  <a:srgbClr val="6C63FF"/>
                </a:solidFill>
                <a:latin typeface="Arial"/>
              </a:rPr>
              <a:t>KOMPYUTER TEXNOLOGIYALARI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0FF"/>
                </a:solidFill>
                <a:latin typeface="Arial"/>
              </a:rPr>
              <a:t>Bajardi: Test User</a:t>
            </a:r>
            <a:br/>
            <a:r>
              <a:rPr sz="1600" b="0">
                <a:solidFill>
                  <a:srgbClr val="F0F0FF"/>
                </a:solidFill>
                <a:latin typeface="Arial"/>
              </a:rPr>
              <a:t>Qabul qildi: Prof. Test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-1828800" y="2286000"/>
            <a:ext cx="15849600" cy="7315200"/>
          </a:xfrm>
          <a:prstGeom prst="parallelogram">
            <a:avLst/>
          </a:prstGeom>
          <a:solidFill>
            <a:srgbClr val="6C63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48800" y="-1371600"/>
            <a:ext cx="5486400" cy="5486400"/>
          </a:xfrm>
          <a:prstGeom prst="ellipse">
            <a:avLst/>
          </a:prstGeom>
          <a:solidFill>
            <a:srgbClr val="3F3D9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80320" y="-731520"/>
            <a:ext cx="3657600" cy="3657600"/>
          </a:xfrm>
          <a:prstGeom prst="ellipse">
            <a:avLst/>
          </a:prstGeom>
          <a:solidFill>
            <a:srgbClr val="6C63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C63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720840"/>
            <a:ext cx="11826240" cy="137160"/>
          </a:xfrm>
          <a:prstGeom prst="rect">
            <a:avLst/>
          </a:prstGeom>
          <a:solidFill>
            <a:srgbClr val="3F3D9E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731520" y="3429000"/>
            <a:ext cx="1097280" cy="1097280"/>
          </a:xfrm>
          <a:prstGeom prst="diamond">
            <a:avLst/>
          </a:prstGeom>
          <a:solidFill>
            <a:srgbClr val="6C63F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8411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/>
            <a:r>
              <a:rPr sz="4000">
                <a:latin typeface="Arial"/>
              </a:rPr>
              <a:t>IQTIBOS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800">
                <a:latin typeface="Arial"/>
              </a:rPr>
              <a:t>•  Test quote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800">
                <a:latin typeface="Arial"/>
              </a:rPr>
              <a:t>- Author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" cy="4114800"/>
          </a:xfrm>
          <a:prstGeom prst="rect">
            <a:avLst/>
          </a:prstGeom>
          <a:solidFill>
            <a:srgbClr val="6C63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/>
            <a:r>
              <a:rPr sz="4000">
                <a:latin typeface="Arial"/>
              </a:rPr>
              <a:t>Reja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800">
                <a:latin typeface="Arial"/>
              </a:rPr>
              <a:t>1. Kirish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800">
                <a:latin typeface="Arial"/>
              </a:rPr>
              <a:t>2. Asosiy qism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2" sz="quarter"/>
          </p:nvPr>
        </p:nvSpPr>
        <p:spPr/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800">
                <a:latin typeface="Arial"/>
              </a:rPr>
              <a:t>3. Xulosa</a:t>
            </a:r>
          </a:p>
        </p:txBody>
      </p:sp>
      <p:sp>
        <p:nvSpPr>
          <p:cNvPr id="4" name="Объект 5">
            <a:extLst>
              <a:ext uri="{FF2B5EF4-FFF2-40B4-BE49-F238E27FC236}">
                <a16:creationId xmlns:a16="http://schemas.microsoft.com/office/drawing/2014/main" id="{F41565BA-F540-4AFC-986F-248F12BC9080}"/>
              </a:ext>
            </a:extLst>
          </p:cNvPr>
          <p:cNvSpPr txBox="1">
            <a:spLocks/>
          </p:cNvSpPr>
          <p:nvPr/>
        </p:nvSpPr>
        <p:spPr>
          <a:xfrm>
            <a:off x="838200" y="2619001"/>
            <a:ext cx="10515600" cy="207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sz="13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/>
            <a:r>
              <a:rPr sz="4000">
                <a:latin typeface="Arial"/>
              </a:rPr>
              <a:t>Kirish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800">
                <a:latin typeface="Arial"/>
              </a:rPr>
              <a:t>•  Bu test slayd uchun kirish matni.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/>
            <a:r>
              <a:rPr sz="4000">
                <a:latin typeface="Arial"/>
              </a:rPr>
              <a:t>I O'QUV SAVOLI
Asosiy tushunchalar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800">
                <a:latin typeface="Arial"/>
              </a:rPr>
              <a:t>•  Birinchi savol matni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/>
        </p:txBody>
      </p:sp>
      <p:sp>
        <p:nvSpPr>
          <p:cNvPr id="4" name="Объект 5">
            <a:extLst>
              <a:ext uri="{FF2B5EF4-FFF2-40B4-BE49-F238E27FC236}">
                <a16:creationId xmlns:a16="http://schemas.microsoft.com/office/drawing/2014/main" id="{F41565BA-F540-4AFC-986F-248F12BC9080}"/>
              </a:ext>
            </a:extLst>
          </p:cNvPr>
          <p:cNvSpPr txBox="1">
            <a:spLocks/>
          </p:cNvSpPr>
          <p:nvPr/>
        </p:nvSpPr>
        <p:spPr>
          <a:xfrm>
            <a:off x="838200" y="2619001"/>
            <a:ext cx="10515600" cy="207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sz="13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/>
            <a:r>
              <a:rPr sz="4000">
                <a:latin typeface="Arial"/>
              </a:rPr>
              <a:t>Tahlil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800">
                <a:latin typeface="Arial"/>
              </a:rPr>
              <a:t>•  Tahlil matni bu yerda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/>
            <a:r>
              <a:rPr sz="4000">
                <a:latin typeface="Arial"/>
              </a:rPr>
              <a:t>Xulosa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2800">
                <a:latin typeface="Arial"/>
              </a:rPr>
              <a:t>•  Xulosa matni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/>
        </p:txBody>
      </p:sp>
      <p:sp>
        <p:nvSpPr>
          <p:cNvPr id="4" name="Объект 5">
            <a:extLst>
              <a:ext uri="{FF2B5EF4-FFF2-40B4-BE49-F238E27FC236}">
                <a16:creationId xmlns:a16="http://schemas.microsoft.com/office/drawing/2014/main" id="{F41565BA-F540-4AFC-986F-248F12BC9080}"/>
              </a:ext>
            </a:extLst>
          </p:cNvPr>
          <p:cNvSpPr txBox="1">
            <a:spLocks/>
          </p:cNvSpPr>
          <p:nvPr/>
        </p:nvSpPr>
        <p:spPr>
          <a:xfrm>
            <a:off x="838200" y="2619001"/>
            <a:ext cx="10515600" cy="207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sz="13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7</Words>
  <Application>Microsoft Macintosh PowerPoint</Application>
  <PresentationFormat>Широкоэкранный</PresentationFormat>
  <Paragraphs>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бежевый, шаблон презентации с сайта presentation-creation.ru</dc:title>
  <dc:creator>User Obstinate</dc:creator>
  <cp:lastModifiedBy>Арслан Оллаберганов</cp:lastModifiedBy>
  <cp:revision>10</cp:revision>
  <dcterms:created xsi:type="dcterms:W3CDTF">2024-11-04T08:17:15Z</dcterms:created>
  <dcterms:modified xsi:type="dcterms:W3CDTF">2026-05-18T16:26:47Z</dcterms:modified>
</cp:coreProperties>
</file>