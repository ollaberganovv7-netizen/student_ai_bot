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2D8C4-8E78-055C-2BC1-CA8AC3082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44638F-671E-48E8-C84D-864F71F2A1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95905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38386AD-8668-F6C0-873B-E0F8A99E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473BA97-5300-5D02-2BD0-0ED015D5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05746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A89EC-D2D6-5C19-CFE0-E1126B74E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449F03-8F3A-DC65-1E49-3E211F4D9A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38114D-24E3-CB03-14C2-4DD80FBD00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857831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4AA44-5FF7-762F-46E1-BC6FB657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4924"/>
            <a:ext cx="3854528" cy="981558"/>
          </a:xfrm>
        </p:spPr>
        <p:txBody>
          <a:bodyPr/>
          <a:lstStyle/>
          <a:p>
            <a:endParaRPr lang="ru-U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D687C1-01D5-1EC0-7812-0F1713B1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8F17F7-1472-9DCF-41AD-05123D8C7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658679"/>
            <a:ext cx="3854528" cy="4382682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11102861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Аспект</Template>
  <TotalTime>0</TotalTime>
  <Words>0</Words>
  <Application>Microsoft Macintosh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Арслан Оллаберганов</dc:creator>
  <cp:lastModifiedBy>Арслан Оллаберганов</cp:lastModifiedBy>
  <cp:revision>1</cp:revision>
  <dcterms:created xsi:type="dcterms:W3CDTF">2026-05-18T16:49:25Z</dcterms:created>
  <dcterms:modified xsi:type="dcterms:W3CDTF">2026-05-18T16:50:11Z</dcterms:modified>
</cp:coreProperties>
</file>