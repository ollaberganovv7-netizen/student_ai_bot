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79892-47C1-8E97-2146-FD44635F3B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73EC39-E584-94CA-BE04-4EDA3C41EC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889191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BE852-2623-9F6B-EF63-677E1D5E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DE029A-93D0-791A-3EEA-251C49F01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132499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C6793B7-D6CE-CC67-75C9-097DB2EE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65" y="467833"/>
            <a:ext cx="5617535" cy="829339"/>
          </a:xfrm>
        </p:spPr>
        <p:txBody>
          <a:bodyPr>
            <a:normAutofit/>
          </a:bodyPr>
          <a:lstStyle/>
          <a:p>
            <a:endParaRPr lang="ru-UZ" sz="2400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642AEBF-826E-8545-6910-AB1B05EC8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177836" y="552893"/>
            <a:ext cx="4535699" cy="5879805"/>
          </a:xfrm>
        </p:spPr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E8BC8D2-7E60-234D-43B8-FF99534B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464" y="1403496"/>
            <a:ext cx="5617535" cy="5029201"/>
          </a:xfrm>
        </p:spPr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956193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Совет директоров</Template>
  <TotalTime>1</TotalTime>
  <Words>0</Words>
  <Application>Microsoft Macintosh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Совет директоров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2</cp:revision>
  <dcterms:created xsi:type="dcterms:W3CDTF">2026-05-02T08:45:23Z</dcterms:created>
  <dcterms:modified xsi:type="dcterms:W3CDTF">2026-05-06T03:49:52Z</dcterms:modified>
</cp:coreProperties>
</file>