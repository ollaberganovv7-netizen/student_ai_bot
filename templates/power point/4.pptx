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5FA91-B66F-E5A3-53F4-1E7FBA6C44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AD89E3-1738-BD80-0563-FB268C879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75892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FE704-CE9C-A41F-0382-204269B6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54BBF-53E3-54C4-D08C-0277E80DE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19317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296A522-E4E3-00B7-133E-D387D760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5999" cy="637953"/>
          </a:xfrm>
        </p:spPr>
        <p:txBody>
          <a:bodyPr/>
          <a:lstStyle/>
          <a:p>
            <a:endParaRPr lang="ru-UZ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93DD202-209B-5EEB-1D01-0D87DA9A5675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3828467-5D4D-C57A-1D27-2D9A69E66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852190"/>
            <a:ext cx="6095999" cy="6005810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1347746009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0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Corbel</vt:lpstr>
      <vt:lpstr>Gill Sans MT</vt:lpstr>
      <vt:lpstr>Посылка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2</cp:revision>
  <dcterms:created xsi:type="dcterms:W3CDTF">2026-05-02T07:37:32Z</dcterms:created>
  <dcterms:modified xsi:type="dcterms:W3CDTF">2026-05-06T03:45:52Z</dcterms:modified>
</cp:coreProperties>
</file>