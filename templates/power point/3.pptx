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63" r:id="rId4"/>
    <p:sldId id="260" r:id="rId5"/>
    <p:sldId id="261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/>
    <p:restoredTop sz="94658"/>
  </p:normalViewPr>
  <p:slideViewPr>
    <p:cSldViewPr snapToGrid="0">
      <p:cViewPr varScale="1">
        <p:scale>
          <a:sx n="120" d="100"/>
          <a:sy n="120" d="100"/>
        </p:scale>
        <p:origin x="1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5/14/26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670DB4-D994-FFF0-85D4-A3DF5D3130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9B25F00-34A2-B61F-E8AC-C3B2F8B211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3157752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E5166F-A65E-3A88-4265-97C2B2EC0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296EE4-8F2A-C50A-9BB3-C5D5F04C0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4304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201C6D-8262-DB5A-EAF6-EAAC99291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4CC4C2-AF2A-9A0A-ED85-5B1CA62CC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3534864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3A23314-F6F7-38A0-1B5A-D1EDF8FA9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 dirty="0"/>
          </a:p>
        </p:txBody>
      </p:sp>
    </p:spTree>
    <p:extLst>
      <p:ext uri="{BB962C8B-B14F-4D97-AF65-F5344CB8AC3E}">
        <p14:creationId xmlns:p14="http://schemas.microsoft.com/office/powerpoint/2010/main" val="443872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13C6B04-01DF-1E4F-7B66-5488ABE25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04D9C3A-44DE-CFC2-D45B-8ACD834A71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30A9C7E8-35AA-0B5C-43C1-70545DEF317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3905000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3A3D964-4BC5-5E83-89CD-D1D362990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119420"/>
            <a:ext cx="6621125" cy="1003122"/>
          </a:xfrm>
        </p:spPr>
        <p:txBody>
          <a:bodyPr/>
          <a:lstStyle/>
          <a:p>
            <a:endParaRPr lang="ru-UZ" dirty="0"/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995C7A9D-5AA1-B8A1-5C7F-7F564FF09617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C246236-24DA-61AF-F6DE-A133AF826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650" y="1212112"/>
            <a:ext cx="6621125" cy="4486939"/>
          </a:xfrm>
        </p:spPr>
        <p:txBody>
          <a:bodyPr/>
          <a:lstStyle/>
          <a:p>
            <a:endParaRPr lang="ru-UZ" dirty="0"/>
          </a:p>
        </p:txBody>
      </p:sp>
    </p:spTree>
    <p:extLst>
      <p:ext uri="{BB962C8B-B14F-4D97-AF65-F5344CB8AC3E}">
        <p14:creationId xmlns:p14="http://schemas.microsoft.com/office/powerpoint/2010/main" val="2533155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BD4F5B37-DEBC-527B-53AC-8D15FFFF1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894F65F-C778-335E-6B36-3460F31FD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3728838361"/>
      </p:ext>
    </p:extLst>
  </p:cSld>
  <p:clrMapOvr>
    <a:masterClrMapping/>
  </p:clrMapOvr>
</p:sld>
</file>

<file path=ppt/theme/theme1.xml><?xml version="1.0" encoding="utf-8"?>
<a:theme xmlns:a="http://schemas.openxmlformats.org/drawingml/2006/main" name="Галерея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Галерея</Template>
  <TotalTime>27</TotalTime>
  <Words>0</Words>
  <Application>Microsoft Macintosh PowerPoint</Application>
  <PresentationFormat>Широкоэкранный</PresentationFormat>
  <Paragraphs>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Галерея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Арслан Оллаберганов</dc:creator>
  <cp:lastModifiedBy>Арслан Оллаберганов</cp:lastModifiedBy>
  <cp:revision>6</cp:revision>
  <dcterms:created xsi:type="dcterms:W3CDTF">2026-05-02T07:35:36Z</dcterms:created>
  <dcterms:modified xsi:type="dcterms:W3CDTF">2026-05-14T15:21:54Z</dcterms:modified>
</cp:coreProperties>
</file>