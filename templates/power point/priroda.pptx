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7"/>
    <p:restoredTop sz="94672"/>
  </p:normalViewPr>
  <p:slideViewPr>
    <p:cSldViewPr snapToGrid="0">
      <p:cViewPr varScale="1">
        <p:scale>
          <a:sx n="39" d="100"/>
          <a:sy n="39" d="100"/>
        </p:scale>
        <p:origin x="192" y="1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146E1E-0636-266C-2A39-AB8E153FEC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B7A62B2-F941-BD1D-AE77-E53C1784F1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1228178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C6A907-8250-1663-A992-07DC86141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6B24B1-633B-03E6-568E-F76003AC0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2309457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71193C6-D2F6-80FB-4124-AC0DDB9CE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1062074"/>
            <a:ext cx="6241816" cy="479647"/>
          </a:xfrm>
        </p:spPr>
        <p:txBody>
          <a:bodyPr>
            <a:normAutofit fontScale="90000"/>
          </a:bodyPr>
          <a:lstStyle/>
          <a:p>
            <a:endParaRPr lang="ru-UZ" dirty="0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9CC3F5B8-5F4B-8045-1F02-B8B2C2B51F8D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CF86E3E-0990-AE9E-DB55-076A807A2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5399" y="1690577"/>
            <a:ext cx="6241816" cy="4105349"/>
          </a:xfrm>
        </p:spPr>
        <p:txBody>
          <a:bodyPr/>
          <a:lstStyle/>
          <a:p>
            <a:pPr algn="just"/>
            <a:endParaRPr lang="ru-UZ" dirty="0"/>
          </a:p>
        </p:txBody>
      </p:sp>
    </p:spTree>
    <p:extLst>
      <p:ext uri="{BB962C8B-B14F-4D97-AF65-F5344CB8AC3E}">
        <p14:creationId xmlns:p14="http://schemas.microsoft.com/office/powerpoint/2010/main" val="3618446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BFEAACF-8145-95BC-0727-A44477ED3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3BFEF4D-E94A-C929-32E4-04E1E1D6BE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UZ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E3D69D04-02B6-A6F9-A679-56F147AE57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16313155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Натуральные материалы</Template>
  <TotalTime>68</TotalTime>
  <Words>0</Words>
  <Application>Microsoft Macintosh PowerPoint</Application>
  <PresentationFormat>Широкоэкранный</PresentationFormat>
  <Paragraphs>0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7" baseType="lpstr">
      <vt:lpstr>Arial</vt:lpstr>
      <vt:lpstr>Garamond</vt:lpstr>
      <vt:lpstr>Натуральные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Арслан Оллаберганов</dc:creator>
  <cp:lastModifiedBy>Арслан Оллаберганов</cp:lastModifiedBy>
  <cp:revision>7</cp:revision>
  <dcterms:created xsi:type="dcterms:W3CDTF">2026-05-02T03:01:20Z</dcterms:created>
  <dcterms:modified xsi:type="dcterms:W3CDTF">2026-05-06T07:34:11Z</dcterms:modified>
</cp:coreProperties>
</file>