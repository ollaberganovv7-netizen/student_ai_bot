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CDC7A-4DC5-2783-B4A1-581BA5224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8034D5-1DED-561D-14BA-FB3FC274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E310C-DF69-DCA9-141A-15875E07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599B92-08FC-4CB4-88D3-6627DEAC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740F2-B915-0D63-2117-C9C16F84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647226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4DC3E-522B-0634-E6B8-C83CEF21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CEE7F-25B2-2787-8A32-BDC3DABD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2381B-E92B-9F69-37B5-14FE0B92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636E96-3933-21C3-E3DA-86F79E2C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88FC0F-5E15-04C2-59AE-58B14A0E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6175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3335F-7026-2388-B2BE-E9C04862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46BB1F-AFB9-0912-EE57-14DC4CE43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1A3A2E-8936-F4E1-3160-EC36E7CC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4C7CA7-FEC6-33C1-427E-3C920CB6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83ED6-D060-6CDA-7937-45319446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545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1A75C-D199-48CF-E3C9-AB5D10F5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DE02B9-71DF-EF48-4FBF-3192A6AEC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B3F8F0-60CF-71C6-0350-F0E6BF0DB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C79878-16C4-CAA8-9873-DB8F139D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3F011D-B572-54B9-F3AE-B42E137A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E73AA3-585E-F2D3-5B5D-308B4FE2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15069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4A77-F9A6-957C-A10F-FD5F5487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4CFEA5-F303-88A3-725D-C64A1857F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D1CF1A-8C4F-A11E-6489-2CF4DB9A4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5AE185-D853-2CE3-938A-7942BDF19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67B1E6-0B61-B058-A228-9F60D4B32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D5D00D-7C24-1E28-F797-A34A9295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72AD02-F30E-B2C9-AB6C-22EC97F1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F74C1-286C-673F-4456-B47E7F96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82369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DD02F-08A6-9180-DA13-75D32D70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D414F3-80BB-8260-EED3-316AAEA8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55ED6B-4C74-EFC7-22C0-A1DF14B1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785E1F-9F31-C0F4-79C8-3AE67B3E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5278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A7FB68-CA48-987C-41C0-54CD8524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EA0DC7B-483C-9B1F-56D8-67F10A20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FCDF8F-476F-4908-F448-76F2340E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57482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6CDA3-4856-3798-D6A6-B8630429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B64A09-C984-CDDB-86C0-29431920F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628A70-A239-32FB-54DB-50ADF50BB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2ED30D-E164-7C58-EBB6-D550F3A0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B9376B-57AE-826D-0C64-5293EC05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71139B-0A81-DE52-5D24-17851523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21631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4D1F0-9068-8C95-85D4-CF2A4976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8FFF14-AD71-1926-E5A1-266B9E259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9CD75-6157-0156-822B-0D8CFC01E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812064-927D-0584-23D6-78C293FC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BE8F4-9098-4293-B684-12148265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B7E3BB-C14B-2CC6-B493-766D93B9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65810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92703-067B-D712-95FE-44EFB03F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02E6AD-8F5B-5207-17F0-B8E8B5904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5DB29A-4DEB-7B8C-49EC-B81BF0DE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0FBC36-F021-2B26-538E-A15ACA4E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CF68C6-3FAF-FC39-9280-3E261E2A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36573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363207-0A11-9165-5AAC-A33DEC755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19B665-ED09-CA12-8F8A-91AF4D421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6DC36-C67B-7304-CB50-F4B72594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19AF5-838F-A221-C976-62BD648A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35938-C449-F9DA-5E2A-7A919F60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33610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10C12-8BC6-AA5A-4EC6-F952F0ED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8EFEC1-2C47-2A15-840A-BAB27CA3C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76738-E3EB-FFAF-E7D3-7C079F6D6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AD191-EE29-3549-8151-F566CD1C4734}" type="datetimeFigureOut">
              <a:rPr lang="ru-UZ" smtClean="0"/>
              <a:t>06/05/26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540956-9458-2039-2FAD-062672B09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936779-92B9-4996-9932-DFBF5393D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649E0-0142-F442-8582-D739B71CF1F9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0611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04325-988A-309D-251F-88A6F6CF2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F43D9B-B899-728B-9902-1B3CDBEE1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27366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25C50-66B2-593F-29A1-B7C3D003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F6798-26FD-9602-FC41-7C3280BB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9455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5F4ED-108C-A946-09CC-8ED94BBC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1" y="574159"/>
            <a:ext cx="4772025" cy="530225"/>
          </a:xfrm>
        </p:spPr>
        <p:txBody>
          <a:bodyPr>
            <a:normAutofit fontScale="90000"/>
          </a:bodyPr>
          <a:lstStyle/>
          <a:p>
            <a:pPr algn="ctr"/>
            <a:endParaRPr lang="ru-UZ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14CC1A6F-DDE1-54FA-4601-62E9D102C94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2D26FB0-F504-81E9-2E6E-191E8A9B4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5582" y="1190847"/>
            <a:ext cx="4772024" cy="4678141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41641001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2</cp:revision>
  <dcterms:created xsi:type="dcterms:W3CDTF">2026-05-02T02:50:18Z</dcterms:created>
  <dcterms:modified xsi:type="dcterms:W3CDTF">2026-05-06T04:03:34Z</dcterms:modified>
</cp:coreProperties>
</file>