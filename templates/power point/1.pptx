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AA527-5A7A-8B0B-F883-75282E882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E9D92C-3949-DE4B-C20F-C44F3582B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50831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9AF22-5265-C2D9-1A0F-5AE2EB1B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B41F71-0B1E-68E4-0111-6F999EAB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596491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F2F1907-5BF8-FEAC-4E77-B8684E9C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759A23C-FA80-0A3B-3BAC-166945A21E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019910-34F8-B426-9E90-1794D47E02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05516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C674472A-2774-66E8-638A-76D104986325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7C8B49-8C7B-FDF0-84CB-4E1B1406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28" y="1"/>
            <a:ext cx="5758234" cy="723014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C5F3AF-DF1A-0A14-F56A-33FE944B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8828" y="829339"/>
            <a:ext cx="5758234" cy="6025432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77525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Мэдисон</Template>
  <TotalTime>5</TotalTime>
  <Words>0</Words>
  <Application>Microsoft Macintosh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MS Shell Dlg 2</vt:lpstr>
      <vt:lpstr>Wingdings</vt:lpstr>
      <vt:lpstr>Wingdings 3</vt:lpstr>
      <vt:lpstr>Мэдисон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3</cp:revision>
  <dcterms:created xsi:type="dcterms:W3CDTF">2026-05-02T07:29:01Z</dcterms:created>
  <dcterms:modified xsi:type="dcterms:W3CDTF">2026-05-06T07:09:49Z</dcterms:modified>
</cp:coreProperties>
</file>