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Taqdimot sarlavhasi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BBBBB"/>
                </a:solidFill>
              </a:defRPr>
            </a:pPr>
            <a:r>
              <a:t>Bajardi: Muallif ismi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0223942C-ECD0-56A1-E67C-A86D87FD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27801"/>
            <a:ext cx="8229600" cy="1143000"/>
          </a:xfrm>
        </p:spPr>
        <p:txBody>
          <a:bodyPr/>
          <a:lstStyle/>
          <a:p>
            <a:endParaRPr lang="ru-UZ" dirty="0">
              <a:solidFill>
                <a:schemeClr val="bg1"/>
              </a:solidFill>
            </a:endParaRP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240BD49C-6ABC-46C7-28A6-DDC1286A8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717158"/>
            <a:ext cx="8229600" cy="4525963"/>
          </a:xfrm>
        </p:spPr>
        <p:txBody>
          <a:bodyPr/>
          <a:lstStyle/>
          <a:p>
            <a:endParaRPr lang="ru-UZ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5E501C9-BC49-B324-38D6-F729CD60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4837814" cy="1162050"/>
          </a:xfrm>
        </p:spPr>
        <p:txBody>
          <a:bodyPr/>
          <a:lstStyle/>
          <a:p>
            <a:endParaRPr lang="ru-UZ" dirty="0">
              <a:solidFill>
                <a:schemeClr val="bg1"/>
              </a:solidFill>
            </a:endParaRP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062EDB0-2068-DC48-B8EC-EAEDC7993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80286"/>
            <a:ext cx="5111750" cy="5853113"/>
          </a:xfrm>
        </p:spPr>
        <p:txBody>
          <a:bodyPr/>
          <a:lstStyle/>
          <a:p>
            <a:endParaRPr lang="ru-UZ" dirty="0">
              <a:solidFill>
                <a:schemeClr val="bg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40B6980-90E7-1128-D2E8-E3BC94CE5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4837814" cy="4691063"/>
          </a:xfrm>
        </p:spPr>
        <p:txBody>
          <a:bodyPr/>
          <a:lstStyle/>
          <a:p>
            <a:endParaRPr lang="ru-UZ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Macintosh PowerPoint</Application>
  <PresentationFormat>Широкоэкранный</PresentationFormat>
  <Paragraphs>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Арслан Оллаберганов</cp:lastModifiedBy>
  <cp:revision>2</cp:revision>
  <dcterms:created xsi:type="dcterms:W3CDTF">2013-01-27T09:14:16Z</dcterms:created>
  <dcterms:modified xsi:type="dcterms:W3CDTF">2026-05-18T11:49:23Z</dcterms:modified>
  <cp:category/>
</cp:coreProperties>
</file>