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96" d="100"/>
          <a:sy n="96" d="100"/>
        </p:scale>
        <p:origin x="176" y="6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5/6/26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7C58C-0A49-6065-E087-DE56BEA43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06F7A36-7E73-D431-F8DE-32BA97D15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99093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639BC-730B-BB0D-DB74-A72A00B5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894456-DD43-A2BC-747E-6961671E1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711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B7CC9FA-C59F-0515-96CF-17F3BEA77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70" y="-1"/>
            <a:ext cx="3843130" cy="940905"/>
          </a:xfrm>
        </p:spPr>
        <p:txBody>
          <a:bodyPr>
            <a:normAutofit/>
          </a:bodyPr>
          <a:lstStyle/>
          <a:p>
            <a:endParaRPr lang="ru-UZ" sz="2400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DA1F235-8557-3E2A-42D6-E655DC7F3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-1" y="0"/>
            <a:ext cx="8332832" cy="6858000"/>
          </a:xfrm>
        </p:spPr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5D8D047-F1EE-E3AE-9E52-05FA41EE7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48869" y="940904"/>
            <a:ext cx="3843129" cy="5917095"/>
          </a:xfrm>
        </p:spPr>
        <p:txBody>
          <a:bodyPr/>
          <a:lstStyle/>
          <a:p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108578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3</TotalTime>
  <Words>0</Words>
  <Application>Microsoft Macintosh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0" baseType="lpstr">
      <vt:lpstr>Calibri</vt:lpstr>
      <vt:lpstr>Cambria</vt:lpstr>
      <vt:lpstr>Rockwell</vt:lpstr>
      <vt:lpstr>Rockwell Condensed</vt:lpstr>
      <vt:lpstr>Rockwell Extra Bold</vt:lpstr>
      <vt:lpstr>Wingdings</vt:lpstr>
      <vt:lpstr>Дерево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Арслан Оллаберганов</dc:creator>
  <cp:lastModifiedBy>Арслан Оллаберганов</cp:lastModifiedBy>
  <cp:revision>2</cp:revision>
  <dcterms:created xsi:type="dcterms:W3CDTF">2026-05-02T07:37:54Z</dcterms:created>
  <dcterms:modified xsi:type="dcterms:W3CDTF">2026-05-06T03:47:50Z</dcterms:modified>
</cp:coreProperties>
</file>