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130" autoAdjust="0"/>
    <p:restoredTop sz="86438" autoAdjust="0"/>
  </p:normalViewPr>
  <p:slideViewPr>
    <p:cSldViewPr snapToGrid="0">
      <p:cViewPr varScale="1">
        <p:scale>
          <a:sx n="96" d="100"/>
          <a:sy n="96" d="100"/>
        </p:scale>
        <p:origin x="352" y="4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7E430-E1E2-3043-A3FC-BFCC62F3E19D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BF2FD-9D64-3445-BD8F-DB5C80C6A3E2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686620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BF2FD-9D64-3445-BD8F-DB5C80C6A3E2}" type="slidenum">
              <a:rPr lang="ru-UZ" smtClean="0"/>
              <a:t>1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153350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BF2FD-9D64-3445-BD8F-DB5C80C6A3E2}" type="slidenum">
              <a:rPr lang="ru-UZ" smtClean="0"/>
              <a:t>2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367243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BF2FD-9D64-3445-BD8F-DB5C80C6A3E2}" type="slidenum">
              <a:rPr lang="ru-UZ" smtClean="0"/>
              <a:t>3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554345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BF2FD-9D64-3445-BD8F-DB5C80C6A3E2}" type="slidenum">
              <a:rPr lang="ru-UZ" smtClean="0"/>
              <a:t>4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163951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A7987F-C5EA-438F-BD7E-8D303911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5F1006-7188-498C-ABBF-80587A3CC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CAAA22-0748-44B2-95C1-E3606572E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74E4D-3F92-4FAA-8349-F6D45C08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6F7DFC-34D2-47BD-A449-1F12C2DF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41A6785-23BF-4FE0-B9C7-4E3C5F7F6B19}"/>
              </a:ext>
            </a:extLst>
          </p:cNvPr>
          <p:cNvSpPr/>
          <p:nvPr userDrawn="1"/>
        </p:nvSpPr>
        <p:spPr>
          <a:xfrm>
            <a:off x="8966200" y="-707923"/>
            <a:ext cx="3225800" cy="8554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394F0B6-9856-44D2-9805-66B694DE2C26}"/>
              </a:ext>
            </a:extLst>
          </p:cNvPr>
          <p:cNvSpPr/>
          <p:nvPr userDrawn="1"/>
        </p:nvSpPr>
        <p:spPr>
          <a:xfrm>
            <a:off x="-368300" y="4686300"/>
            <a:ext cx="2578100" cy="25781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70D0A806-BB3B-4E85-8C57-B9B390906F6A}"/>
              </a:ext>
            </a:extLst>
          </p:cNvPr>
          <p:cNvSpPr/>
          <p:nvPr userDrawn="1"/>
        </p:nvSpPr>
        <p:spPr>
          <a:xfrm>
            <a:off x="-187326" y="5659437"/>
            <a:ext cx="1381125" cy="138112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E49146E-E334-4E17-96BB-AEB6B0141397}"/>
              </a:ext>
            </a:extLst>
          </p:cNvPr>
          <p:cNvSpPr/>
          <p:nvPr userDrawn="1"/>
        </p:nvSpPr>
        <p:spPr>
          <a:xfrm>
            <a:off x="9118600" y="-555523"/>
            <a:ext cx="3225800" cy="85540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93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337EE-1DDC-4612-9D24-EEE03BC7F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C441D7-3C7C-447A-BBE1-5FA9C7B50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7225"/>
            <a:ext cx="10515600" cy="4351338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  <a:lvl2pPr>
              <a:defRPr b="0">
                <a:solidFill>
                  <a:schemeClr val="accent1"/>
                </a:solidFill>
              </a:defRPr>
            </a:lvl2pPr>
            <a:lvl3pPr>
              <a:defRPr b="0">
                <a:solidFill>
                  <a:schemeClr val="accent1"/>
                </a:solidFill>
              </a:defRPr>
            </a:lvl3pPr>
            <a:lvl4pPr>
              <a:defRPr b="0">
                <a:solidFill>
                  <a:schemeClr val="accent1"/>
                </a:solidFill>
              </a:defRPr>
            </a:lvl4pPr>
            <a:lvl5pPr>
              <a:defRPr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4DD3DF-47D2-4244-9792-12CE4D37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5E88ED-267A-406F-8814-D64DEA1F9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5C3D36-61B4-4111-AC83-C3795B4B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49CBE03-2ADF-450F-9675-03EC256F65AF}"/>
              </a:ext>
            </a:extLst>
          </p:cNvPr>
          <p:cNvSpPr/>
          <p:nvPr userDrawn="1"/>
        </p:nvSpPr>
        <p:spPr>
          <a:xfrm>
            <a:off x="11031794" y="-707923"/>
            <a:ext cx="1710812" cy="8554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5FEC3FF-D2E9-481A-ACBC-53AC48521444}"/>
              </a:ext>
            </a:extLst>
          </p:cNvPr>
          <p:cNvSpPr/>
          <p:nvPr userDrawn="1"/>
        </p:nvSpPr>
        <p:spPr>
          <a:xfrm rot="16200000">
            <a:off x="4231790" y="-2496651"/>
            <a:ext cx="90486" cy="8554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48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337EE-1DDC-4612-9D24-EEE03BC7F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C441D7-3C7C-447A-BBE1-5FA9C7B50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27225"/>
            <a:ext cx="3309731" cy="4351338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  <a:lvl2pPr>
              <a:defRPr b="0">
                <a:solidFill>
                  <a:schemeClr val="accent1"/>
                </a:solidFill>
              </a:defRPr>
            </a:lvl2pPr>
            <a:lvl3pPr>
              <a:defRPr b="0">
                <a:solidFill>
                  <a:schemeClr val="accent1"/>
                </a:solidFill>
              </a:defRPr>
            </a:lvl3pPr>
            <a:lvl4pPr>
              <a:defRPr b="0">
                <a:solidFill>
                  <a:schemeClr val="accent1"/>
                </a:solidFill>
              </a:defRPr>
            </a:lvl4pPr>
            <a:lvl5pPr>
              <a:defRPr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4DD3DF-47D2-4244-9792-12CE4D37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5E88ED-267A-406F-8814-D64DEA1F9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5C3D36-61B4-4111-AC83-C3795B4B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49CBE03-2ADF-450F-9675-03EC256F65AF}"/>
              </a:ext>
            </a:extLst>
          </p:cNvPr>
          <p:cNvSpPr/>
          <p:nvPr userDrawn="1"/>
        </p:nvSpPr>
        <p:spPr>
          <a:xfrm>
            <a:off x="11353800" y="-707923"/>
            <a:ext cx="1388805" cy="8554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5FEC3FF-D2E9-481A-ACBC-53AC48521444}"/>
              </a:ext>
            </a:extLst>
          </p:cNvPr>
          <p:cNvSpPr/>
          <p:nvPr userDrawn="1"/>
        </p:nvSpPr>
        <p:spPr>
          <a:xfrm rot="16200000">
            <a:off x="4231790" y="-2496651"/>
            <a:ext cx="90486" cy="8554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01A6E50-10D6-3B81-DE96-276BE0824DD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44069" y="1927225"/>
            <a:ext cx="3309731" cy="4351338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  <a:lvl2pPr>
              <a:defRPr b="0">
                <a:solidFill>
                  <a:schemeClr val="accent1"/>
                </a:solidFill>
              </a:defRPr>
            </a:lvl2pPr>
            <a:lvl3pPr>
              <a:defRPr b="0">
                <a:solidFill>
                  <a:schemeClr val="accent1"/>
                </a:solidFill>
              </a:defRPr>
            </a:lvl3pPr>
            <a:lvl4pPr>
              <a:defRPr b="0">
                <a:solidFill>
                  <a:schemeClr val="accent1"/>
                </a:solidFill>
              </a:defRPr>
            </a:lvl4pPr>
            <a:lvl5pPr>
              <a:defRPr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F4FFCE65-5580-66FE-7196-D01B0A9E266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95799" y="1915318"/>
            <a:ext cx="3309731" cy="4351338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  <a:lvl2pPr>
              <a:defRPr b="0">
                <a:solidFill>
                  <a:schemeClr val="accent1"/>
                </a:solidFill>
              </a:defRPr>
            </a:lvl2pPr>
            <a:lvl3pPr>
              <a:defRPr b="0">
                <a:solidFill>
                  <a:schemeClr val="accent1"/>
                </a:solidFill>
              </a:defRPr>
            </a:lvl3pPr>
            <a:lvl4pPr>
              <a:defRPr b="0">
                <a:solidFill>
                  <a:schemeClr val="accent1"/>
                </a:solidFill>
              </a:defRPr>
            </a:lvl4pPr>
            <a:lvl5pPr>
              <a:defRPr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004133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337EE-1DDC-4612-9D24-EEE03BC7F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437"/>
            <a:ext cx="4114800" cy="1111251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C441D7-3C7C-447A-BBE1-5FA9C7B50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7225"/>
            <a:ext cx="4114800" cy="4351338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  <a:lvl2pPr>
              <a:defRPr b="0">
                <a:solidFill>
                  <a:schemeClr val="accent1"/>
                </a:solidFill>
              </a:defRPr>
            </a:lvl2pPr>
            <a:lvl3pPr>
              <a:defRPr b="0">
                <a:solidFill>
                  <a:schemeClr val="accent1"/>
                </a:solidFill>
              </a:defRPr>
            </a:lvl3pPr>
            <a:lvl4pPr>
              <a:defRPr b="0">
                <a:solidFill>
                  <a:schemeClr val="accent1"/>
                </a:solidFill>
              </a:defRPr>
            </a:lvl4pPr>
            <a:lvl5pPr>
              <a:defRPr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4DD3DF-47D2-4244-9792-12CE4D37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5E88ED-267A-406F-8814-D64DEA1F9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5C3D36-61B4-4111-AC83-C3795B4B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49CBE03-2ADF-450F-9675-03EC256F65AF}"/>
              </a:ext>
            </a:extLst>
          </p:cNvPr>
          <p:cNvSpPr/>
          <p:nvPr userDrawn="1"/>
        </p:nvSpPr>
        <p:spPr>
          <a:xfrm>
            <a:off x="9494839" y="-707923"/>
            <a:ext cx="3247767" cy="8554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5FEC3FF-D2E9-481A-ACBC-53AC48521444}"/>
              </a:ext>
            </a:extLst>
          </p:cNvPr>
          <p:cNvSpPr/>
          <p:nvPr userDrawn="1"/>
        </p:nvSpPr>
        <p:spPr>
          <a:xfrm rot="16200000">
            <a:off x="4231790" y="-2496651"/>
            <a:ext cx="90486" cy="8554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EBBB637-E1A2-C89F-917C-85AB0A2015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80038" y="579438"/>
            <a:ext cx="4114801" cy="5699125"/>
          </a:xfrm>
        </p:spPr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823519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4A3671-D70D-4846-A00D-D451CC45D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78F876-D852-4E29-A439-4A96013AA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3E4988-A050-44F9-8CDD-B99FEE1FC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29F515-61FC-4696-9DBE-C3EE88BB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23E599-4964-4661-B895-F15D49D3C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44141B-6E20-42C1-A083-D0371C7F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32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5B16F-47D8-43EB-9F03-B3ACD863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D8F048-D987-4AFF-A795-6F700E92B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A324EF-75CB-4183-A85B-AD7BDD2D7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0D5C6B-EB08-465F-984C-82BB28644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6BF5B3-E575-4778-951F-B85DDAFB1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F580A43-90A9-4F74-9CEA-78DC0914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082B72D-A421-4731-A1B3-4B3F7B150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E7E0AB1-8C34-4787-A417-D8024485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65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638900-AEB2-4230-9726-FC3E1A82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A991F4-A55E-4763-85B2-BCF817E0F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2418399-BB26-4B5F-AE06-073556FF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600C12F-25DD-409F-A773-01449550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0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8D4BDE5-0371-459D-9B04-EC35D079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AD7312-632A-48EA-9CD9-4C1F9B3E5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9392F6-5A18-4C8F-94AC-EE4481D7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75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6902DB-6786-4EC8-841C-442CE7C53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D0E0AD-9CDE-4B68-B397-28CF6A3BB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FB86FE-73E5-4676-9540-C4530EC06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BF0736-3C77-4656-9517-532D8B4FA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69D685-6A52-4572-A0D6-C0059AC9E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A8EB1A-AC6D-428E-B0D1-CF9A7622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84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AB2F2F-88ED-4374-94A7-62F66BCDF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E968185-D0D5-4204-98C8-EE5D53385A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E72D50-BFF9-4173-ABD2-4EC13B94B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3727AD-9A27-4C72-9887-E950A1F3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C7B91B-1762-407F-A127-DE1DCC62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9B9FBD-B522-4123-A0F9-BFF6E77F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0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666AC-8030-4AC8-BD2D-177E2E600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4D5522-45B7-4992-826F-6AF937AAF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30567A-7DA1-430D-84F6-D7275133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18EBEF-8A21-4561-832D-24C58134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0DEFF5-DC16-4E1D-99A4-EA87D703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86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344DC8E-DBB1-4521-B17B-AD7A7C576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BF991ED-D009-4F33-823F-3A146B799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4A8B54-1575-4378-A084-65830E2A9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A3AF89-A79E-4632-89EC-9A4B35359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42F16A-CC16-411F-AB10-DD5D1159C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38E9D2-AC3C-4712-9A37-752F16DB0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3DA045-D354-445D-BE18-3E16A1484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148A85-0285-419E-9BCD-D8E30563A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B5CFB-1053-4ABD-8AE7-93CBC6C0D1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AA4832-14D7-456F-8D8A-08F55C3370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65C6DE-1236-408E-A547-97410DDD6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A1B2D-D15D-440D-8A9B-646BA581E9FF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  <a:extLst>
              <a:ext uri="{FF2B5EF4-FFF2-40B4-BE49-F238E27FC236}">
                <a16:creationId xmlns:a16="http://schemas.microsoft.com/office/drawing/2014/main" id="{A3D3FC47-1965-4ADE-8DCB-5A97BFA1FA8D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4585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60" r:id="rId3"/>
    <p:sldLayoutId id="214748366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presentation-creation.r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342B6-92C8-4F2C-9F6D-B8ACADD08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01D56D-9332-4767-8E7D-C86E8677B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806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C7DC2-12CF-4928-A4E4-8D979EAE3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E72134-208E-4A25-B10D-1D5493B35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59F54884-4A9D-42BA-A15B-DD293EECBE31}"/>
              </a:ext>
            </a:extLst>
          </p:cNvPr>
          <p:cNvSpPr txBox="1">
            <a:spLocks/>
          </p:cNvSpPr>
          <p:nvPr/>
        </p:nvSpPr>
        <p:spPr>
          <a:xfrm>
            <a:off x="3962400" y="6440529"/>
            <a:ext cx="4267200" cy="3651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Шаблоны презентаций с сайта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504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A3E17-4D22-40BF-8A73-041E47BBF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54FC2B-2B49-82A3-922D-74AF18DA2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B81240-78A7-AF72-FFDB-A413308885F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395F804-B74B-51CE-420B-6A85DFC26D3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030160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3AAD6-C5BC-A0C5-2971-0D3B8E19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DA5EFA-8A6A-F7F8-FE9C-281BA94BA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F2C61AC-2950-FE63-E13F-6E7C9A4206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685427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</Words>
  <Application>Microsoft Macintosh PowerPoint</Application>
  <PresentationFormat>Широкоэкранный</PresentationFormat>
  <Paragraphs>5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</dc:title>
  <dc:creator>User Obstinate</dc:creator>
  <cp:lastModifiedBy>Арслан Оллаберганов</cp:lastModifiedBy>
  <cp:revision>7</cp:revision>
  <dcterms:created xsi:type="dcterms:W3CDTF">2021-05-04T06:37:33Z</dcterms:created>
  <dcterms:modified xsi:type="dcterms:W3CDTF">2026-05-18T16:38:43Z</dcterms:modified>
</cp:coreProperties>
</file>