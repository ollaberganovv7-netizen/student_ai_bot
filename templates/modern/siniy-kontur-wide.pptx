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C4E3"/>
    <a:srgbClr val="75D7FC"/>
    <a:srgbClr val="4A4B45"/>
    <a:srgbClr val="FF7570"/>
    <a:srgbClr val="394ACE"/>
    <a:srgbClr val="394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 showGuides="1">
      <p:cViewPr varScale="1">
        <p:scale>
          <a:sx n="125" d="100"/>
          <a:sy n="125" d="100"/>
        </p:scale>
        <p:origin x="184" y="22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017" y="1439333"/>
            <a:ext cx="7917083" cy="1655762"/>
          </a:xfrm>
        </p:spPr>
        <p:txBody>
          <a:bodyPr anchor="ctr"/>
          <a:lstStyle>
            <a:lvl1pPr algn="ctr">
              <a:defRPr sz="6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95017" y="3740413"/>
            <a:ext cx="7917083" cy="132530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3238"/>
            <a:ext cx="10515600" cy="132556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1870"/>
            <a:ext cx="10515600" cy="4132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03238"/>
            <a:ext cx="10815321" cy="132556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1870"/>
            <a:ext cx="3319781" cy="4132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042A56-460A-F178-610A-9FE4D02440F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45658" y="2071870"/>
            <a:ext cx="3319782" cy="4132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F1BC54-718A-A649-84F8-790399FBC0B9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33738" y="2071870"/>
            <a:ext cx="3319782" cy="4132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692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03238"/>
            <a:ext cx="4114800" cy="132556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71870"/>
            <a:ext cx="4114800" cy="41321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5BA9FD88-ACB1-DEC5-66F4-44787C1B540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10200" y="503238"/>
            <a:ext cx="4871720" cy="5853112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793225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6EB2C0-3555-EB4D-5014-DE59E1FAE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1A8E7FA-4397-FD44-DBDE-29CD63E70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55D968-17BC-C86F-A847-39FE57112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186A5C-0847-1310-05AB-20C277661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1304BD-774B-F72D-25C1-EA0CA80F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573793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C9B9B-5C6F-7AC3-0A73-2E655224F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242C11-C4B7-2D6E-4E10-327D69ED8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85939A-0C1C-CC80-6552-F1774AE70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9FDEE7-3A93-E953-9BCB-CC34E5F29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E474C8-18B2-6E29-156D-80F080D4D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197524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DDF239-547F-79B3-EEDC-2B4978533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48045B-0B5B-6113-C6CA-B1556733B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71156C-6FA6-FF5D-B60F-DE2CB6B21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B72817-3C6C-2298-67D5-288FC7B74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3BFC0A-BCFC-91EF-7EDE-B6A726DC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64128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07E6B-DF90-7006-0BF9-F91CB352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F7094-0807-4FC2-3FCF-70A0239999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05656F-2D16-6CE9-C93B-4E7287C8B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9B7F98-2612-B25F-ECE2-695A3758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D1543D-01DF-D742-A732-4EE6939C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3BBD7C-65BA-43EB-74B5-D6E9CC23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063087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15549-5411-4DB3-7A55-A02F2B650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998237-C6E4-4133-649E-941086C52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B8ADF9-A6BA-B7D5-8C2B-D7A3302F6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DF7918D-C810-E254-3E4C-B978CF9758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8FFF912-D28C-1253-533A-329EB2DC3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385EC3E-7001-5A84-C355-C1A7ABD3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AD5C1AE-508F-0E68-6186-4812764EC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F858E36-EA58-6A44-BE08-CD69E8786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946950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036C9-3AB4-7529-6AB6-6B4496F47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5A3107D-1343-7D21-E66A-28DDBF12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C57DFC-E998-A5A1-2315-B2142C8A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AC587D-8301-B4D1-00F0-63D6D823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628123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B2EB98-16E2-1422-27CD-12EF399DF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8F61F0-059A-6B46-0827-2052E4C3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729EC9-2E96-61DA-E7AB-FEC8ACA5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3487482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0F682-7968-3303-F8EC-A5328D92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9A02DE-C705-512D-BDD5-0CB17A450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80D232-3F84-407D-FD2C-5F9FE3D44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7D88D1-8C61-DF29-589B-05706FB7A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F81DD6-7BDF-E434-A8E1-35BC4325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DDB8CB-BCF7-1E97-62CD-C83BC845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5603497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F02C2-AB59-2856-33BF-2FE04FF2D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A75A193-8E85-1B76-0279-60E2D3E6F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241889-0AA8-84C5-21E2-D4EC89709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19DA2A-D88D-B488-37B9-3D34A4E24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F6F1D63-E08D-8069-4301-44684D07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B6654E-6A3B-7F96-60A0-4AACF4D7A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74785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F356A-B19B-3722-DF7D-C6234B3C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8F84A3-CEE9-3E3B-8684-462E22E849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78F290-6E6A-6D3F-4A0D-932128D6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808B8B-A6F4-F488-CD27-1EBE6CAA7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B40552-9003-9F86-C585-CAA59D90C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1081716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5C015DE-C16D-418B-80C5-9DE0C28A6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6ED139-4322-01DE-691D-C683913B3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6757E8-5722-196B-3B42-2C1E854D8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04139C-B03B-E89B-11F0-F5A3CB5EE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08612-0321-FADE-971C-44F8B711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816928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B50D29-1B80-09FE-0599-1AAB0C7F8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F6DDBF-749C-A72E-B977-532AEFA7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6C9FB0-E362-BD0A-C371-887A58875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14F67-E4DF-3240-8FB7-3513D6A33746}" type="datetimeFigureOut">
              <a:rPr lang="ru-UZ" smtClean="0"/>
              <a:t>18/05/26</a:t>
            </a:fld>
            <a:endParaRPr lang="ru-U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0839F-ADBD-42CD-52EC-01B68E22F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U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B6DD0B-53D8-1CA8-AAD8-400A03F6B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D99D-47DF-1745-A7DF-33510DC22A5B}" type="slidenum">
              <a:rPr lang="ru-UZ" smtClean="0"/>
              <a:t>‹#›</a:t>
            </a:fld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223232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ACC2-987C-EC31-7079-F1BA92032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AF6B676-3AD5-786A-08D5-077719D3B3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2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FA771B03-E2CF-9152-45D5-2E0071D6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bg2"/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bg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23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C9E77-D8F7-DB2F-35C4-D977F4AF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934F7F-B100-8C96-DF92-FBFB2523E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8DC490-DC0D-2796-A81C-AE28FB7C9CF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D850727-F213-9BF7-72C2-8452715A2D8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3236472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6C590-5702-DFBA-32DB-A770BD01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1B3BE5-B8C3-9E33-162B-3AD5051B1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6F792CD-3D08-8B48-93E2-0472035837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4215379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</Words>
  <Application>Microsoft Macintosh PowerPoint</Application>
  <PresentationFormat>Широкоэкранный</PresentationFormat>
  <Paragraphs>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Calibri Light</vt:lpstr>
      <vt:lpstr>Office Theme</vt:lpstr>
      <vt:lpstr>Специальное оформление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Синий контур, шаблон презентации с сайта presentation-creation.ru</dc:title>
  <dc:creator>User Obstinate</dc:creator>
  <cp:lastModifiedBy>Арслан Оллаберганов</cp:lastModifiedBy>
  <cp:revision>22</cp:revision>
  <dcterms:created xsi:type="dcterms:W3CDTF">2023-08-23T11:31:43Z</dcterms:created>
  <dcterms:modified xsi:type="dcterms:W3CDTF">2026-05-18T16:42:38Z</dcterms:modified>
</cp:coreProperties>
</file>