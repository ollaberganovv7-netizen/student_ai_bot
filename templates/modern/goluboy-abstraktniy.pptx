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2877"/>
    <a:srgbClr val="E6BD91"/>
    <a:srgbClr val="E9BF21"/>
    <a:srgbClr val="C57110"/>
    <a:srgbClr val="FDC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184" y="31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027" y="1975371"/>
            <a:ext cx="7683587" cy="1655762"/>
          </a:xfrm>
          <a:noFill/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0027" y="3631133"/>
            <a:ext cx="7683587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566" y="75539"/>
            <a:ext cx="10728434" cy="1325563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834" y="1954924"/>
            <a:ext cx="10443342" cy="4401426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BC1EDB83-B23E-44D6-A0F4-29F3E2F1B3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77445" y="365125"/>
            <a:ext cx="4776355" cy="6127749"/>
          </a:xfrm>
        </p:spPr>
        <p:txBody>
          <a:bodyPr/>
          <a:lstStyle/>
          <a:p>
            <a:endParaRPr lang="ru-UZ"/>
          </a:p>
        </p:txBody>
      </p:sp>
      <p:sp>
        <p:nvSpPr>
          <p:cNvPr id="20" name="Объект 19">
            <a:extLst>
              <a:ext uri="{FF2B5EF4-FFF2-40B4-BE49-F238E27FC236}">
                <a16:creationId xmlns:a16="http://schemas.microsoft.com/office/drawing/2014/main" id="{0F993B94-2FDA-79FB-2D55-B1A8783B30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1788" y="2005013"/>
            <a:ext cx="5995987" cy="4487862"/>
          </a:xfrm>
        </p:spPr>
        <p:txBody>
          <a:bodyPr/>
          <a:lstStyle/>
          <a:p>
            <a:pPr lvl="0"/>
            <a:endParaRPr lang="ru-UZ" dirty="0"/>
          </a:p>
        </p:txBody>
      </p:sp>
      <p:sp>
        <p:nvSpPr>
          <p:cNvPr id="21" name="Заголовок 20">
            <a:extLst>
              <a:ext uri="{FF2B5EF4-FFF2-40B4-BE49-F238E27FC236}">
                <a16:creationId xmlns:a16="http://schemas.microsoft.com/office/drawing/2014/main" id="{C45EF439-F30E-17A2-1C5B-1BC999DB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7" y="365125"/>
            <a:ext cx="5995987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4CE5A1A-1BA9-9ABF-E8D0-D2BF16156A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E8EEB3E4-90C1-B023-8A66-6A5029761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6F329-D6A0-ED96-BF71-9C1E12564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1D4B24A5-DD74-5CE8-28EA-0249E064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3298254-E993-22D4-A3EB-13E159EA8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75425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DB612483-2F3F-7B20-161E-4369CEB3C4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001E5DD-B60E-DE5F-BFE7-82AA71D64C0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A50BD15-F456-739D-4368-10F320CC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38893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0</Words>
  <Application>Microsoft Macintosh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Голубой абстрактный - шаблон презентации с сайта presentation-creation.ru</dc:title>
  <dc:creator>User Obstinate</dc:creator>
  <cp:lastModifiedBy>Арслан Оллаберганов</cp:lastModifiedBy>
  <cp:revision>33</cp:revision>
  <dcterms:created xsi:type="dcterms:W3CDTF">2025-04-04T15:20:50Z</dcterms:created>
  <dcterms:modified xsi:type="dcterms:W3CDTF">2026-05-18T12:13:46Z</dcterms:modified>
</cp:coreProperties>
</file>