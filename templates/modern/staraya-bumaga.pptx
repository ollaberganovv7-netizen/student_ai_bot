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 showGuides="1">
      <p:cViewPr varScale="1">
        <p:scale>
          <a:sx n="123" d="100"/>
          <a:sy n="123" d="100"/>
        </p:scale>
        <p:origin x="216" y="28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80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83AF976-DE4B-DE2A-3317-F1C113EE00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08163DB-CFE2-DFB7-41DF-FAA1594679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B85BA-E1F6-FA47-8F33-6CFE8725EFF1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CE1716-356F-C44C-B8D8-D21F42F0D4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12E4A1-0D3F-3793-EC9F-FE8B0AD603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42D01-F78B-E544-AA73-C1DF57028A22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4198195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6440" y="634052"/>
            <a:ext cx="8199120" cy="1655762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440" y="2409406"/>
            <a:ext cx="819912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309184"/>
            <a:ext cx="995172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080" y="1810384"/>
            <a:ext cx="9951720" cy="43160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393120-70C0-562C-071A-DC5F75E2F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17" name="Объект 16">
            <a:extLst>
              <a:ext uri="{FF2B5EF4-FFF2-40B4-BE49-F238E27FC236}">
                <a16:creationId xmlns:a16="http://schemas.microsoft.com/office/drawing/2014/main" id="{7BC45FF7-DBE9-9931-E3B2-ACD595E99A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01838"/>
            <a:ext cx="3240000" cy="4043362"/>
          </a:xfrm>
        </p:spPr>
        <p:txBody>
          <a:bodyPr/>
          <a:lstStyle/>
          <a:p>
            <a:pPr lvl="0"/>
            <a:endParaRPr lang="ru-UZ" dirty="0"/>
          </a:p>
        </p:txBody>
      </p:sp>
      <p:sp>
        <p:nvSpPr>
          <p:cNvPr id="19" name="Объект 16">
            <a:extLst>
              <a:ext uri="{FF2B5EF4-FFF2-40B4-BE49-F238E27FC236}">
                <a16:creationId xmlns:a16="http://schemas.microsoft.com/office/drawing/2014/main" id="{25776099-2915-5D80-73F4-8D053910DB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13802" y="2001838"/>
            <a:ext cx="3240000" cy="4043362"/>
          </a:xfrm>
        </p:spPr>
        <p:txBody>
          <a:bodyPr/>
          <a:lstStyle/>
          <a:p>
            <a:pPr lvl="0"/>
            <a:endParaRPr lang="ru-UZ" dirty="0"/>
          </a:p>
        </p:txBody>
      </p:sp>
      <p:sp>
        <p:nvSpPr>
          <p:cNvPr id="20" name="Объект 16">
            <a:extLst>
              <a:ext uri="{FF2B5EF4-FFF2-40B4-BE49-F238E27FC236}">
                <a16:creationId xmlns:a16="http://schemas.microsoft.com/office/drawing/2014/main" id="{0BB96ABC-1901-243C-0C63-FAA1048C500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76000" y="2002156"/>
            <a:ext cx="3240000" cy="4043362"/>
          </a:xfrm>
        </p:spPr>
        <p:txBody>
          <a:bodyPr/>
          <a:lstStyle/>
          <a:p>
            <a:pPr lvl="0"/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34052"/>
            <a:ext cx="5262880" cy="9464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810384"/>
            <a:ext cx="5262880" cy="43160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0F8BFA05-0BC2-41E3-51DE-659FF2DBEA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6963" y="634052"/>
            <a:ext cx="4114800" cy="5503223"/>
          </a:xfrm>
        </p:spPr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29819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presentation-creation.ru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5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2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1D4FA6C-F0BC-635D-63AB-F2F87B76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C75FC7C4-43FF-89BD-1F00-FC3F285FA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384023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032DE-DCAB-7650-BAE0-EC588C53E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C5152-F047-42C9-F59B-8A48D49B6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49F237-7280-565D-D5A4-A511EA67CB6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92EA78-3E75-5E1C-4CFC-AEE2C78318C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107DF3-EB17-2A58-0F5D-D69A6F9F566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41131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FD4BE-8DEC-33E1-7B8E-A1CD8A81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8A5D19-E1D2-A3E3-3C3C-85F289AC1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3DE8308F-D115-8EDF-6B0C-734C195CC5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29992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0</Words>
  <Application>Microsoft Macintosh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Старая бумага - шаблон презентации с сайта presentation-creation.ru</dc:title>
  <dc:creator>User Obstinate</dc:creator>
  <cp:lastModifiedBy>Арслан Оллаберганов</cp:lastModifiedBy>
  <cp:revision>19</cp:revision>
  <dcterms:created xsi:type="dcterms:W3CDTF">2025-04-04T15:20:50Z</dcterms:created>
  <dcterms:modified xsi:type="dcterms:W3CDTF">2026-05-18T12:27:07Z</dcterms:modified>
</cp:coreProperties>
</file>