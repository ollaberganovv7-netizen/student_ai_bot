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8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3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84" y="22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915E017-FBEA-43E5-BEF2-B852B6A94906}"/>
              </a:ext>
            </a:extLst>
          </p:cNvPr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F0DB0974-8DAE-4930-B0E4-D6947F1CF9DB}"/>
              </a:ext>
            </a:extLst>
          </p:cNvPr>
          <p:cNvSpPr/>
          <p:nvPr userDrawn="1"/>
        </p:nvSpPr>
        <p:spPr>
          <a:xfrm>
            <a:off x="10706858" y="558324"/>
            <a:ext cx="5903277" cy="5903277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0CF4848C-182A-48DE-86CF-3C8368C3121A}"/>
              </a:ext>
            </a:extLst>
          </p:cNvPr>
          <p:cNvSpPr/>
          <p:nvPr userDrawn="1"/>
        </p:nvSpPr>
        <p:spPr>
          <a:xfrm>
            <a:off x="10675699" y="5341699"/>
            <a:ext cx="3032601" cy="30326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5750560" cy="137477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0689"/>
            <a:ext cx="5750560" cy="4486274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B4ED40E4-D66C-4EAD-BA0C-819E90B5C1FE}"/>
              </a:ext>
            </a:extLst>
          </p:cNvPr>
          <p:cNvSpPr/>
          <p:nvPr userDrawn="1"/>
        </p:nvSpPr>
        <p:spPr>
          <a:xfrm>
            <a:off x="-1516301" y="5341699"/>
            <a:ext cx="3032601" cy="30326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6DC0C5DA-EB69-AD6D-D0C5-8E6F3837DD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36525"/>
            <a:ext cx="6096000" cy="6070600"/>
          </a:xfrm>
        </p:spPr>
        <p:txBody>
          <a:bodyPr/>
          <a:lstStyle/>
          <a:p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424E2A21-3CF0-C431-A545-F3E60DCA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Z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9042B475-06B1-DAF9-7293-BB9E18C6859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1868805"/>
            <a:ext cx="3240000" cy="42481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10" name="Объект 8">
            <a:extLst>
              <a:ext uri="{FF2B5EF4-FFF2-40B4-BE49-F238E27FC236}">
                <a16:creationId xmlns:a16="http://schemas.microsoft.com/office/drawing/2014/main" id="{10A72EF3-5058-5FE4-F275-E6F6FD6828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76000" y="1888490"/>
            <a:ext cx="3240000" cy="42481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  <p:sp>
        <p:nvSpPr>
          <p:cNvPr id="11" name="Объект 8">
            <a:extLst>
              <a:ext uri="{FF2B5EF4-FFF2-40B4-BE49-F238E27FC236}">
                <a16:creationId xmlns:a16="http://schemas.microsoft.com/office/drawing/2014/main" id="{CA214F84-E386-1E94-8896-71CF92C3058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800" y="1868805"/>
            <a:ext cx="3240000" cy="424815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Z"/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accent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FE8DB97C-8AB8-4590-BE44-515D12A9C284}"/>
              </a:ext>
            </a:extLst>
          </p:cNvPr>
          <p:cNvSpPr/>
          <p:nvPr userDrawn="1"/>
        </p:nvSpPr>
        <p:spPr>
          <a:xfrm>
            <a:off x="9982200" y="692767"/>
            <a:ext cx="5472466" cy="547246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EAAC75B-6063-4FE0-9C28-0FF49AF84253}"/>
              </a:ext>
            </a:extLst>
          </p:cNvPr>
          <p:cNvSpPr/>
          <p:nvPr userDrawn="1"/>
        </p:nvSpPr>
        <p:spPr>
          <a:xfrm>
            <a:off x="838200" y="1967316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AA56E5AB-08C2-4F64-BE29-48394A6AF994}"/>
              </a:ext>
            </a:extLst>
          </p:cNvPr>
          <p:cNvSpPr/>
          <p:nvPr userDrawn="1"/>
        </p:nvSpPr>
        <p:spPr>
          <a:xfrm>
            <a:off x="838200" y="3485649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929F01BF-6851-447C-BD5D-558D26D156EA}"/>
              </a:ext>
            </a:extLst>
          </p:cNvPr>
          <p:cNvSpPr/>
          <p:nvPr userDrawn="1"/>
        </p:nvSpPr>
        <p:spPr>
          <a:xfrm>
            <a:off x="838200" y="5000760"/>
            <a:ext cx="385652" cy="38565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18.05.2026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1" r:id="rId4"/>
    <p:sldLayoutId id="214748366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48EEE-EB04-45C3-8A11-F15DBC12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16F1E-F64A-4CD2-8C02-7EED1305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63B8635-62E8-4D93-AC27-8CF54520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5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23">
            <a:extLst>
              <a:ext uri="{FF2B5EF4-FFF2-40B4-BE49-F238E27FC236}">
                <a16:creationId xmlns:a16="http://schemas.microsoft.com/office/drawing/2014/main" id="{D40141B1-AB8A-822E-B8EB-84C06FCD6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25" name="Объект 24">
            <a:extLst>
              <a:ext uri="{FF2B5EF4-FFF2-40B4-BE49-F238E27FC236}">
                <a16:creationId xmlns:a16="http://schemas.microsoft.com/office/drawing/2014/main" id="{B6187708-D6F6-D497-DBDD-FA8DE7E94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7792B554-DD53-3AA0-3B1D-77DFA77D56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0387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4E4D1EA-CCEB-DE7F-02E6-5EA2E1D7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02566F-383B-47E2-E615-0C7890958B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8B0897E1-DCDA-8833-A0AE-4C29B1851F5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C1CA8760-8D0E-115C-3CB2-BCDFDD3541D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ru-UZ"/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13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66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</TotalTime>
  <Words>7</Words>
  <Application>Microsoft Macintosh PowerPoint</Application>
  <PresentationFormat>Широкоэкранный</PresentationFormat>
  <Paragraphs>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бежевый, шаблон презентации с сайта presentation-creation.ru</dc:title>
  <dc:creator>User Obstinate</dc:creator>
  <cp:lastModifiedBy>Арслан Оллаберганов</cp:lastModifiedBy>
  <cp:revision>10</cp:revision>
  <dcterms:created xsi:type="dcterms:W3CDTF">2024-11-04T08:17:15Z</dcterms:created>
  <dcterms:modified xsi:type="dcterms:W3CDTF">2026-05-18T16:26:47Z</dcterms:modified>
</cp:coreProperties>
</file>