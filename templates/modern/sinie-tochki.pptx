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2877"/>
    <a:srgbClr val="E6BD91"/>
    <a:srgbClr val="E9BF21"/>
    <a:srgbClr val="C57110"/>
    <a:srgbClr val="FDC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84" y="22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027" y="1975371"/>
            <a:ext cx="7683587" cy="1655762"/>
          </a:xfrm>
          <a:noFill/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0027" y="3631133"/>
            <a:ext cx="7683587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244" y="258971"/>
            <a:ext cx="11406354" cy="1325563"/>
          </a:xfrm>
          <a:noFill/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48" y="1689904"/>
            <a:ext cx="11406353" cy="3912243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6E0AF-5302-5441-3415-13000BEE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endParaRPr lang="ru-UZ" dirty="0"/>
          </a:p>
        </p:txBody>
      </p:sp>
      <p:sp>
        <p:nvSpPr>
          <p:cNvPr id="18" name="Объект 17">
            <a:extLst>
              <a:ext uri="{FF2B5EF4-FFF2-40B4-BE49-F238E27FC236}">
                <a16:creationId xmlns:a16="http://schemas.microsoft.com/office/drawing/2014/main" id="{4196A286-607E-16D0-43F0-AD4794DE116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870075"/>
            <a:ext cx="5257800" cy="4602163"/>
          </a:xfrm>
        </p:spPr>
        <p:txBody>
          <a:bodyPr/>
          <a:lstStyle/>
          <a:p>
            <a:pPr lvl="0"/>
            <a:endParaRPr lang="ru-UZ" dirty="0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2F5F1E0C-07F6-0C08-6EF8-A861028B65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1438" y="365125"/>
            <a:ext cx="5576887" cy="6127750"/>
          </a:xfrm>
        </p:spPr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93498DE-9FBE-1089-2CE4-F05C52DB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00000" cy="1325563"/>
          </a:xfrm>
        </p:spPr>
        <p:txBody>
          <a:bodyPr/>
          <a:lstStyle/>
          <a:p>
            <a:endParaRPr lang="ru-UZ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1C614EA-369B-5953-A4CC-1FD83305BE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11363"/>
            <a:ext cx="3240000" cy="4237037"/>
          </a:xfrm>
        </p:spPr>
        <p:txBody>
          <a:bodyPr/>
          <a:lstStyle/>
          <a:p>
            <a:pPr lvl="0"/>
            <a:endParaRPr lang="ru-UZ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9D5E4A54-8B10-3793-4485-A3DBF1EFC39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76000" y="2021205"/>
            <a:ext cx="3240000" cy="4237037"/>
          </a:xfrm>
        </p:spPr>
        <p:txBody>
          <a:bodyPr/>
          <a:lstStyle/>
          <a:p>
            <a:pPr lvl="0"/>
            <a:endParaRPr lang="ru-UZ" dirty="0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BE2A05F7-7F02-54CB-33EB-64EA0DCB8A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01354" y="2011362"/>
            <a:ext cx="3240000" cy="4237037"/>
          </a:xfrm>
        </p:spPr>
        <p:txBody>
          <a:bodyPr/>
          <a:lstStyle/>
          <a:p>
            <a:pPr lvl="0"/>
            <a:endParaRPr lang="ru-UZ" dirty="0"/>
          </a:p>
        </p:txBody>
      </p:sp>
    </p:spTree>
    <p:extLst>
      <p:ext uri="{BB962C8B-B14F-4D97-AF65-F5344CB8AC3E}">
        <p14:creationId xmlns:p14="http://schemas.microsoft.com/office/powerpoint/2010/main" val="3237527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presentation-creation.ru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5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2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B4866F77-856E-4E00-9E6B-95BF4763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2401F79-D7FB-D4EE-93E1-803B4A85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725437C-D61B-F5B7-AB1A-F1E09FB634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33A132-F0BC-53A5-3F1A-6737354B343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C79288C-C285-EF9E-E750-FE3278143A7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01586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E174D28-C681-7C17-9722-CA2EFD755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AD0C8E19-2B7C-3295-709E-10CD4A5A8B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C9B8C840-A600-6EC5-FA61-5A52A18518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995344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7</Words>
  <Application>Microsoft Macintosh PowerPoint</Application>
  <PresentationFormat>Широкоэкранный</PresentationFormat>
  <Paragraphs>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Синие точки - шаблон презентации с сайта presentation-creation.ru</dc:title>
  <dc:creator>User Obstinate</dc:creator>
  <cp:lastModifiedBy>Арслан Оллаберганов</cp:lastModifiedBy>
  <cp:revision>32</cp:revision>
  <dcterms:created xsi:type="dcterms:W3CDTF">2025-04-04T15:20:50Z</dcterms:created>
  <dcterms:modified xsi:type="dcterms:W3CDTF">2026-05-18T12:20:58Z</dcterms:modified>
</cp:coreProperties>
</file>