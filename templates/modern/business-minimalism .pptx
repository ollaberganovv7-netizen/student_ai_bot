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4" y="2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D1FD50-16F2-4DF4-8BDF-38D61CE69905}"/>
              </a:ext>
            </a:extLst>
          </p:cNvPr>
          <p:cNvSpPr/>
          <p:nvPr userDrawn="1"/>
        </p:nvSpPr>
        <p:spPr>
          <a:xfrm>
            <a:off x="903188" y="-247333"/>
            <a:ext cx="5752251" cy="201824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C67BA58-7A09-4547-BAED-001287A2F2EE}"/>
              </a:ext>
            </a:extLst>
          </p:cNvPr>
          <p:cNvCxnSpPr/>
          <p:nvPr userDrawn="1"/>
        </p:nvCxnSpPr>
        <p:spPr>
          <a:xfrm>
            <a:off x="504497" y="231228"/>
            <a:ext cx="0" cy="2837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3296E60-0868-48A9-B479-2AB92BB2A7BF}"/>
              </a:ext>
            </a:extLst>
          </p:cNvPr>
          <p:cNvCxnSpPr/>
          <p:nvPr userDrawn="1"/>
        </p:nvCxnSpPr>
        <p:spPr>
          <a:xfrm>
            <a:off x="325821" y="483476"/>
            <a:ext cx="3090041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38E0229F-261C-41BF-A12C-B5845FA2FBD6}"/>
              </a:ext>
            </a:extLst>
          </p:cNvPr>
          <p:cNvCxnSpPr/>
          <p:nvPr userDrawn="1"/>
        </p:nvCxnSpPr>
        <p:spPr>
          <a:xfrm>
            <a:off x="11661228" y="231228"/>
            <a:ext cx="0" cy="2837793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B1CA08C-B418-4425-B845-DCC4DB589141}"/>
              </a:ext>
            </a:extLst>
          </p:cNvPr>
          <p:cNvCxnSpPr/>
          <p:nvPr userDrawn="1"/>
        </p:nvCxnSpPr>
        <p:spPr>
          <a:xfrm>
            <a:off x="8833946" y="483476"/>
            <a:ext cx="3090041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4AEA4B8-5F70-408F-8267-EBC3BF799D39}"/>
              </a:ext>
            </a:extLst>
          </p:cNvPr>
          <p:cNvSpPr/>
          <p:nvPr userDrawn="1"/>
        </p:nvSpPr>
        <p:spPr>
          <a:xfrm rot="5400000">
            <a:off x="9839084" y="3621485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2BE6B4-BBE7-4FD2-9A9E-3F0A7E86E6ED}"/>
              </a:ext>
            </a:extLst>
          </p:cNvPr>
          <p:cNvSpPr/>
          <p:nvPr userDrawn="1"/>
        </p:nvSpPr>
        <p:spPr>
          <a:xfrm>
            <a:off x="903189" y="-247332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F320754-C7CA-4B0F-8B73-F8AA8A2CCFC9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D6C79DC-EE4C-4388-9262-DC5743925B11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F6707BF-E794-4758-9198-C4AAEF44FAB4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F7D4AAE0-5436-4037-A072-14A77D30BC5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51330AE4-0F80-4FD2-B97D-7A59BDCEC183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9ED9AD7-2833-49ED-A8DA-415C198F42A6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1FBCD121-23DE-4E48-9674-5BF667C62D10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E9831BE-31D6-4DF1-91FE-B61B9CEC498A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F84C9FF-64C4-4618-9726-6B133EDCAA1C}"/>
              </a:ext>
            </a:extLst>
          </p:cNvPr>
          <p:cNvSpPr/>
          <p:nvPr userDrawn="1"/>
        </p:nvSpPr>
        <p:spPr>
          <a:xfrm>
            <a:off x="903189" y="-247332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75B04B1-DB07-4665-BD0A-B478E567E861}"/>
              </a:ext>
            </a:extLst>
          </p:cNvPr>
          <p:cNvSpPr/>
          <p:nvPr userDrawn="1"/>
        </p:nvSpPr>
        <p:spPr>
          <a:xfrm rot="5400000">
            <a:off x="9839084" y="3621485"/>
            <a:ext cx="4196080" cy="9045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76599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F539780-49F5-4453-B246-123EF9869C97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B8BB6DE-FEDF-40A7-860E-03F8897CFC45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31B34079-A0CC-4764-B2FB-A039F07A6BC2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F4253EE-6072-4F68-971B-A47CB1ED625F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406EFD0-7731-42D5-BFEB-A9093C23524D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43A88D89-5BF4-4CCE-BDB9-19A752ED55F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9EEA78E-9AF0-41D3-861E-9195C915C0D2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6D758FC-2531-4B75-97B5-2AF89F9A07EF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бъект 2">
            <a:extLst>
              <a:ext uri="{FF2B5EF4-FFF2-40B4-BE49-F238E27FC236}">
                <a16:creationId xmlns:a16="http://schemas.microsoft.com/office/drawing/2014/main" id="{B8878A61-75F2-D6F0-85BD-CC47AE4922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77203" y="1825625"/>
            <a:ext cx="3276599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8BE5F6E-156A-E148-812C-CAD35FE0D0B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57700" y="1814972"/>
            <a:ext cx="3276599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2062C85-72B4-91E2-E135-A6CB0EF0D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385445"/>
            <a:ext cx="487172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6D576BB-772F-43B9-6E13-101839025B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9763" y="2022475"/>
            <a:ext cx="4837112" cy="4318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954BBC83-3CAC-86B3-B85A-A251D74D4D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385445"/>
            <a:ext cx="4837112" cy="5955030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208EC90-944D-41D0-9B21-591317DD814D}"/>
              </a:ext>
            </a:extLst>
          </p:cNvPr>
          <p:cNvCxnSpPr>
            <a:cxnSpLocks/>
          </p:cNvCxnSpPr>
          <p:nvPr userDrawn="1"/>
        </p:nvCxnSpPr>
        <p:spPr>
          <a:xfrm>
            <a:off x="504497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5437CD4-F16C-4334-8808-32569D0AE01F}"/>
              </a:ext>
            </a:extLst>
          </p:cNvPr>
          <p:cNvCxnSpPr>
            <a:cxnSpLocks/>
          </p:cNvCxnSpPr>
          <p:nvPr userDrawn="1"/>
        </p:nvCxnSpPr>
        <p:spPr>
          <a:xfrm>
            <a:off x="325821" y="4680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980DD60-1AA3-4A08-9611-651D640EC22A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D12EC0C-4C49-4CF8-BBAE-C52D728BEC6F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F812C86-C516-4FA0-A290-3977B163D412}"/>
              </a:ext>
            </a:extLst>
          </p:cNvPr>
          <p:cNvCxnSpPr>
            <a:cxnSpLocks/>
          </p:cNvCxnSpPr>
          <p:nvPr userDrawn="1"/>
        </p:nvCxnSpPr>
        <p:spPr>
          <a:xfrm>
            <a:off x="11768959" y="36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EC4F17A9-F14F-4A29-B7E0-1F9F399FC35C}"/>
              </a:ext>
            </a:extLst>
          </p:cNvPr>
          <p:cNvCxnSpPr>
            <a:cxnSpLocks/>
          </p:cNvCxnSpPr>
          <p:nvPr userDrawn="1"/>
        </p:nvCxnSpPr>
        <p:spPr>
          <a:xfrm>
            <a:off x="10770476" y="467381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D3E6B25-E05F-4368-A4E2-3951418D57DD}"/>
              </a:ext>
            </a:extLst>
          </p:cNvPr>
          <p:cNvCxnSpPr>
            <a:cxnSpLocks/>
          </p:cNvCxnSpPr>
          <p:nvPr userDrawn="1"/>
        </p:nvCxnSpPr>
        <p:spPr>
          <a:xfrm>
            <a:off x="325821" y="6258200"/>
            <a:ext cx="1166648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8FE516D-0347-4D4B-8906-E720575B4150}"/>
              </a:ext>
            </a:extLst>
          </p:cNvPr>
          <p:cNvCxnSpPr>
            <a:cxnSpLocks/>
          </p:cNvCxnSpPr>
          <p:nvPr userDrawn="1"/>
        </p:nvCxnSpPr>
        <p:spPr>
          <a:xfrm>
            <a:off x="504000" y="5220000"/>
            <a:ext cx="0" cy="11246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3B8635-62E8-4D93-AC27-8CF54520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8BE2B-2108-BE8D-4409-055F0758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8151-F204-4BC6-F829-B7DF1CC9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47D1D5-33B0-152A-0C1E-3792C5513A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DF88E42-1A18-A1F6-AAD1-77773473128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91673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659B-2169-6517-67EF-7BDE2155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F1A2EC-FACE-38D1-4486-FF8F4DEAB8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1650353F-0099-AA3C-E44C-0F0FE74EE1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4459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7</Words>
  <Application>Microsoft Macintosh PowerPoint</Application>
  <PresentationFormat>Широкоэкранный</PresentationFormat>
  <Paragraphs>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деловой, шаблон презентации с сайта presentation-creation.ru</dc:title>
  <dc:creator>User Obstinate</dc:creator>
  <cp:lastModifiedBy>Арслан Оллаберганов</cp:lastModifiedBy>
  <cp:revision>16</cp:revision>
  <dcterms:created xsi:type="dcterms:W3CDTF">2024-11-04T08:17:15Z</dcterms:created>
  <dcterms:modified xsi:type="dcterms:W3CDTF">2026-05-18T16:31:05Z</dcterms:modified>
</cp:coreProperties>
</file>