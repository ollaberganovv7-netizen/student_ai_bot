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sldIdLst>
    <p:sldId id="256" r:id="rId3"/>
    <p:sldId id="259" r:id="rId4"/>
    <p:sldId id="266" r:id="rId5"/>
    <p:sldId id="267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69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256" y="19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2880" y="802616"/>
            <a:ext cx="8199120" cy="1655762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2880" y="2601119"/>
            <a:ext cx="819912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4B2-21C9-443B-A34A-C8693874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80" y="309184"/>
            <a:ext cx="995172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080" y="1810384"/>
            <a:ext cx="9951720" cy="43160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3838EB1-DEAF-80ED-12C9-B33F472D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80B54CE2-0BDE-8DF1-9296-1EDEF3EA917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38338"/>
            <a:ext cx="3240000" cy="41052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11" name="Объект 9">
            <a:extLst>
              <a:ext uri="{FF2B5EF4-FFF2-40B4-BE49-F238E27FC236}">
                <a16:creationId xmlns:a16="http://schemas.microsoft.com/office/drawing/2014/main" id="{9935A51C-5E96-89F0-2F10-B57EAB2A13F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13802" y="1938338"/>
            <a:ext cx="3240000" cy="41052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12" name="Объект 9">
            <a:extLst>
              <a:ext uri="{FF2B5EF4-FFF2-40B4-BE49-F238E27FC236}">
                <a16:creationId xmlns:a16="http://schemas.microsoft.com/office/drawing/2014/main" id="{5400CF64-E610-87C2-85B4-3BD8CBE5287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76000" y="1938338"/>
            <a:ext cx="3240000" cy="41052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020026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 20">
            <a:extLst>
              <a:ext uri="{FF2B5EF4-FFF2-40B4-BE49-F238E27FC236}">
                <a16:creationId xmlns:a16="http://schemas.microsoft.com/office/drawing/2014/main" id="{4507F3AA-69CB-11D0-8EB7-00C1DA4F4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23" name="Объект 22">
            <a:extLst>
              <a:ext uri="{FF2B5EF4-FFF2-40B4-BE49-F238E27FC236}">
                <a16:creationId xmlns:a16="http://schemas.microsoft.com/office/drawing/2014/main" id="{C7BAC27E-064E-88B0-60FD-8E457C4338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68500"/>
            <a:ext cx="5257800" cy="4581525"/>
          </a:xfrm>
          <a:solidFill>
            <a:schemeClr val="accent3"/>
          </a:solidFill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B4CF9F75-617E-2DBC-B462-C26C62E149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30617" y="288235"/>
            <a:ext cx="4453283" cy="6261790"/>
          </a:xfrm>
        </p:spPr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72B37E-0AC4-82A9-86CD-F3F78466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775F0F-AF3B-E0E3-0DFA-15ECD5D95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EE222B-97EF-3A2D-BA89-8EA90127E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62A6-EC23-0F4D-AB74-F1AE86EC28EB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ADD2C5-736D-2BE2-24A8-18C8619A2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A50707-2576-8108-73C9-F37BE0978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F669-E2A0-D840-9817-270AD599C350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821884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171DE2-7BED-BD99-F678-5AE7A9ACB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CA7709-8AED-5179-4BFB-EED394664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4243A5-C43F-A63C-061B-6BE69253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62A6-EC23-0F4D-AB74-F1AE86EC28EB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5340B0-5424-9146-CCD3-4206D6C7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5663FF-E088-170B-623C-F03153EE3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F669-E2A0-D840-9817-270AD599C350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77153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F9770-6D47-3EAD-21B6-CDB0CDDEC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961B88-270C-5DAD-13E9-DD80EEDA4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B77069-38C9-8442-EFAE-C1D0F424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62A6-EC23-0F4D-AB74-F1AE86EC28EB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15063E-878B-460B-4569-57928091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50DBFD-1EDE-2B47-64E1-CD825ED92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F669-E2A0-D840-9817-270AD599C350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560320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4A267C-B55B-E425-B4A0-04402460B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74911F-DEFD-6E8F-8487-68079C3329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59CE7F-392D-7A0F-3425-9B04E5722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52EDCC-1B62-61B7-47F2-DAF7D01A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62A6-EC23-0F4D-AB74-F1AE86EC28EB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6A55BD-8DCD-C680-DB6C-D4DE506B8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2D4FF8-D102-430F-EF18-264E29EF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F669-E2A0-D840-9817-270AD599C350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7795223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362AA-1DE7-EB0B-D806-4FA446478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12AD7F-C780-18EC-7E74-32C9AD27C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169CFB-D022-15C5-5181-974482480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E7AD84A-4A78-C555-346E-97E8B1CEB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04E9486-7708-6BBD-8742-CA771E56B9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BD0DF67-7A71-1C1A-3198-D32465A7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62A6-EC23-0F4D-AB74-F1AE86EC28EB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4A0D853-8948-EE44-6142-50AA85751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0CFC0AF-08F1-0E89-EE0F-55BBCA8E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F669-E2A0-D840-9817-270AD599C350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7588086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A1CA9-13D7-8446-6908-501BAB46A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E2D9910-64E9-A899-D628-18E27FE3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62A6-EC23-0F4D-AB74-F1AE86EC28EB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99C2B64-26DE-F3F3-2508-6A0522AF5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B4D0AC-B2CF-5ED2-1790-F3DEF5C03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F669-E2A0-D840-9817-270AD599C350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906251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10A189-1662-60D4-9ABD-53EEE6F9B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62A6-EC23-0F4D-AB74-F1AE86EC28EB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8A3BBE0-45E9-E2DD-37E7-9276743F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8074C5-95B4-67EF-FAF4-6E71F54A3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F669-E2A0-D840-9817-270AD599C350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319395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E9F193-4BA0-8DA1-1360-3585122D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FCEE5F-0736-760F-BE0C-F55F92BF5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AA1615-6C74-645F-0E45-5B513924F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24D40A-1963-A7C7-94EC-C42D7C19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62A6-EC23-0F4D-AB74-F1AE86EC28EB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92E324-6AC7-0643-4190-5C996D29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5EF7BB-2966-B11D-9260-486501D6A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F669-E2A0-D840-9817-270AD599C350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0268518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E562FE-48C2-90BA-DAAA-78AA94279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A0438A8-038C-3725-BA16-07BB3EF5C3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F2EB30-34DD-CF8A-B28E-107517760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0D3473-4B34-861D-1B10-63008FCE5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62A6-EC23-0F4D-AB74-F1AE86EC28EB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DD8FA0-16A3-E69A-D8A2-035B4C186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6CC8BD-CC01-AB92-4475-737BB2677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F669-E2A0-D840-9817-270AD599C350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81380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3B6D7-1EEE-82A3-C705-C64E8232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99708E6-9B68-8121-E1EC-7C86E4346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A49CB3-262E-2B92-8504-05E8EA962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62A6-EC23-0F4D-AB74-F1AE86EC28EB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F2A83C-6CDF-1E02-773F-A8F6FAE56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09B3FE-76BD-E1AF-40A5-D1178CCA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F669-E2A0-D840-9817-270AD599C350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1353916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F07371B-077B-19C9-F74D-32ADAB154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1D9257-D626-AD66-C6F6-455289084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736486-3EE8-1CB2-6FD6-D1E185B7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62A6-EC23-0F4D-AB74-F1AE86EC28EB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E49185-1EEB-CA98-2489-96C6E631E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1BC0F6-5701-41E1-CF3E-82AA4280D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F669-E2A0-D840-9817-270AD599C350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893545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presentation-creation.ru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5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4" r:id="rId3"/>
    <p:sldLayoutId id="2147483661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B614D-4CB4-A912-75E9-3A8898F5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E157CC-B9ED-C8F3-F340-A9E102A34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213094-9E07-7FE5-7C2E-4A8A28A23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662A6-EC23-0F4D-AB74-F1AE86EC28EB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837320-F475-7749-DC2F-554A39414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0B8EC6-CA1F-63ED-31D6-AEC73544C8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7F669-E2A0-D840-9817-270AD599C350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409694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9727D-B158-40CE-A1E3-961ADD932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BC206C-05FE-4771-B1BE-F8ADCB4B0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837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B4866F77-856E-4E00-9E6B-95BF4763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0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F927C-6E68-619D-9934-22D1AA1D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54BDB5D-E5CC-3C80-5255-C55D1CCF7C9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54E13CC-D0AD-7949-AFD7-400DA6EB95A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75B0528-3149-1484-F409-603AFCEAFA1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17" name="Нижний колонтитул 4">
            <a:extLst>
              <a:ext uri="{FF2B5EF4-FFF2-40B4-BE49-F238E27FC236}">
                <a16:creationId xmlns:a16="http://schemas.microsoft.com/office/drawing/2014/main" id="{994956DA-0D19-47D5-84C8-5BABFCE2BC5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92875"/>
            <a:ext cx="7648575" cy="365125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68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B6751DB-A833-04F4-4B9C-64C8871D9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2E74543-AD48-EA36-AB4A-3669AF15CD0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endParaRPr lang="ru-UZ" dirty="0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C701A281-EA09-E0F1-241B-B2DF562886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40380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14</Words>
  <Application>Microsoft Macintosh PowerPoint</Application>
  <PresentationFormat>Широкоэкранный</PresentationFormat>
  <Paragraphs>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Тема Office</vt:lpstr>
      <vt:lpstr>Специальное 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Мрамор - шаблон презентации с сайта presentation-creation.ru</dc:title>
  <dc:creator>User Obstinate</dc:creator>
  <cp:lastModifiedBy>Арслан Оллаберганов</cp:lastModifiedBy>
  <cp:revision>21</cp:revision>
  <dcterms:created xsi:type="dcterms:W3CDTF">2025-04-04T15:20:50Z</dcterms:created>
  <dcterms:modified xsi:type="dcterms:W3CDTF">2026-05-18T12:22:58Z</dcterms:modified>
</cp:coreProperties>
</file>