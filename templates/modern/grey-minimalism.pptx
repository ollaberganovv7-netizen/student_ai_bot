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4" y="2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D0BA6F7-D230-4A2E-8042-C3000DA862B0}"/>
              </a:ext>
            </a:extLst>
          </p:cNvPr>
          <p:cNvSpPr/>
          <p:nvPr userDrawn="1"/>
        </p:nvSpPr>
        <p:spPr>
          <a:xfrm>
            <a:off x="8727440" y="-834072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4F39FE66-F432-4667-B803-049B377A6CAC}"/>
              </a:ext>
            </a:extLst>
          </p:cNvPr>
          <p:cNvSpPr/>
          <p:nvPr userDrawn="1"/>
        </p:nvSpPr>
        <p:spPr>
          <a:xfrm>
            <a:off x="-2191129" y="3602038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1A2F493-6E05-45FF-ADC3-B4C322D4859A}"/>
              </a:ext>
            </a:extLst>
          </p:cNvPr>
          <p:cNvSpPr/>
          <p:nvPr userDrawn="1"/>
        </p:nvSpPr>
        <p:spPr>
          <a:xfrm rot="5400000">
            <a:off x="11214858" y="5281732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004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1E9C95A2-6210-4525-9322-D219F14F68B9}"/>
              </a:ext>
            </a:extLst>
          </p:cNvPr>
          <p:cNvSpPr/>
          <p:nvPr userDrawn="1"/>
        </p:nvSpPr>
        <p:spPr>
          <a:xfrm>
            <a:off x="9718040" y="4312603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6DD6479-EA50-5995-45B2-42791094023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3400" y="1915319"/>
            <a:ext cx="32004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A88FDBA-2B35-0594-5526-10442652C5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95800" y="1804194"/>
            <a:ext cx="32004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7837"/>
            <a:ext cx="4739640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964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4C53D18F-7513-4016-AAB6-0827343AD240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81F0AB4-F586-30D4-FB17-2062CF6498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8726" y="477838"/>
            <a:ext cx="4114800" cy="5699125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278F4E16-F3F9-4F3D-8E25-F2865CD252F5}"/>
              </a:ext>
            </a:extLst>
          </p:cNvPr>
          <p:cNvSpPr/>
          <p:nvPr userDrawn="1"/>
        </p:nvSpPr>
        <p:spPr>
          <a:xfrm>
            <a:off x="861350" y="192379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056E61D6-18F0-4F5E-A062-50E29A51042C}"/>
              </a:ext>
            </a:extLst>
          </p:cNvPr>
          <p:cNvSpPr/>
          <p:nvPr userDrawn="1"/>
        </p:nvSpPr>
        <p:spPr>
          <a:xfrm>
            <a:off x="861350" y="349906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B3DD6711-D7B6-455B-8D8A-F3380234DFE3}"/>
              </a:ext>
            </a:extLst>
          </p:cNvPr>
          <p:cNvSpPr/>
          <p:nvPr userDrawn="1"/>
        </p:nvSpPr>
        <p:spPr>
          <a:xfrm>
            <a:off x="838200" y="501417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BFE3279B-9BE5-4E77-A7B6-55C97E141234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D26593-A45D-AC4A-98F3-FCDC15D0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77FA065-BD92-BFDB-C94E-485511AE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115408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9612E-7B93-BBD6-51F1-36A4B00B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C134E-344C-94DB-8598-67E790B1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D64AF-3116-D26E-E1F5-E598CBE9CDD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1B54382-69B6-866E-4BAC-06BE5794526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78566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B6479-C87B-AFAB-FC74-89C048A1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3E0A6-6D98-81ED-72FF-DAA940CC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E3B2FA0-C526-4BDD-8050-AEAE56AAC5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05511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Macintosh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серый, шаблон презентации с сайта presentation-creation.ru</dc:title>
  <dc:creator>User Obstinate</dc:creator>
  <cp:lastModifiedBy>Арслан Оллаберганов</cp:lastModifiedBy>
  <cp:revision>7</cp:revision>
  <dcterms:created xsi:type="dcterms:W3CDTF">2024-11-04T08:17:15Z</dcterms:created>
  <dcterms:modified xsi:type="dcterms:W3CDTF">2026-05-18T16:34:25Z</dcterms:modified>
</cp:coreProperties>
</file>